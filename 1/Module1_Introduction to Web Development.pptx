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6"/>
  </p:notesMasterIdLst>
  <p:sldIdLst>
    <p:sldId id="256" r:id="rId5"/>
    <p:sldId id="260" r:id="rId6"/>
    <p:sldId id="331" r:id="rId7"/>
    <p:sldId id="332" r:id="rId8"/>
    <p:sldId id="330" r:id="rId9"/>
    <p:sldId id="258" r:id="rId10"/>
    <p:sldId id="280" r:id="rId11"/>
    <p:sldId id="281" r:id="rId12"/>
    <p:sldId id="261" r:id="rId13"/>
    <p:sldId id="259" r:id="rId14"/>
    <p:sldId id="262" r:id="rId15"/>
    <p:sldId id="263" r:id="rId16"/>
    <p:sldId id="267" r:id="rId17"/>
    <p:sldId id="266" r:id="rId18"/>
    <p:sldId id="269" r:id="rId19"/>
    <p:sldId id="271" r:id="rId20"/>
    <p:sldId id="274" r:id="rId21"/>
    <p:sldId id="333" r:id="rId22"/>
    <p:sldId id="334" r:id="rId23"/>
    <p:sldId id="272" r:id="rId24"/>
    <p:sldId id="273" r:id="rId25"/>
    <p:sldId id="276" r:id="rId26"/>
    <p:sldId id="282" r:id="rId27"/>
    <p:sldId id="297" r:id="rId28"/>
    <p:sldId id="298" r:id="rId29"/>
    <p:sldId id="328" r:id="rId30"/>
    <p:sldId id="305" r:id="rId31"/>
    <p:sldId id="310" r:id="rId32"/>
    <p:sldId id="312" r:id="rId33"/>
    <p:sldId id="316" r:id="rId34"/>
    <p:sldId id="317" r:id="rId35"/>
    <p:sldId id="320" r:id="rId36"/>
    <p:sldId id="270" r:id="rId37"/>
    <p:sldId id="290" r:id="rId38"/>
    <p:sldId id="329" r:id="rId39"/>
    <p:sldId id="283" r:id="rId40"/>
    <p:sldId id="291" r:id="rId41"/>
    <p:sldId id="292" r:id="rId42"/>
    <p:sldId id="293" r:id="rId43"/>
    <p:sldId id="294" r:id="rId44"/>
    <p:sldId id="29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A97858-C791-4DDF-B672-633B10808B25}" v="35" dt="2025-02-20T23:33:08.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104" autoAdjust="0"/>
  </p:normalViewPr>
  <p:slideViewPr>
    <p:cSldViewPr snapToGrid="0">
      <p:cViewPr varScale="1">
        <p:scale>
          <a:sx n="105" d="100"/>
          <a:sy n="105" d="100"/>
        </p:scale>
        <p:origin x="79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ul Chapla" userId="67cb84c5ed05b897" providerId="LiveId" clId="{CFA97858-C791-4DDF-B672-633B10808B25}"/>
    <pc:docChg chg="undo custSel addSld delSld modSld sldOrd modMainMaster">
      <pc:chgData name="Amul Chapla" userId="67cb84c5ed05b897" providerId="LiveId" clId="{CFA97858-C791-4DDF-B672-633B10808B25}" dt="2025-02-23T19:59:53.832" v="1846" actId="1076"/>
      <pc:docMkLst>
        <pc:docMk/>
      </pc:docMkLst>
      <pc:sldChg chg="modSp del mod">
        <pc:chgData name="Amul Chapla" userId="67cb84c5ed05b897" providerId="LiveId" clId="{CFA97858-C791-4DDF-B672-633B10808B25}" dt="2025-02-20T23:44:39.362" v="1804" actId="47"/>
        <pc:sldMkLst>
          <pc:docMk/>
          <pc:sldMk cId="3549750676" sldId="256"/>
        </pc:sldMkLst>
      </pc:sldChg>
      <pc:sldChg chg="new del">
        <pc:chgData name="Amul Chapla" userId="67cb84c5ed05b897" providerId="LiveId" clId="{CFA97858-C791-4DDF-B672-633B10808B25}" dt="2025-02-15T19:40:14.183" v="232" actId="47"/>
        <pc:sldMkLst>
          <pc:docMk/>
          <pc:sldMk cId="4199956696" sldId="256"/>
        </pc:sldMkLst>
      </pc:sldChg>
      <pc:sldChg chg="addSp delSp modSp mod ord">
        <pc:chgData name="Amul Chapla" userId="67cb84c5ed05b897" providerId="LiveId" clId="{CFA97858-C791-4DDF-B672-633B10808B25}" dt="2025-02-20T23:17:18.531" v="1719" actId="27636"/>
        <pc:sldMkLst>
          <pc:docMk/>
          <pc:sldMk cId="3192587900" sldId="257"/>
        </pc:sldMkLst>
        <pc:spChg chg="mod">
          <ac:chgData name="Amul Chapla" userId="67cb84c5ed05b897" providerId="LiveId" clId="{CFA97858-C791-4DDF-B672-633B10808B25}" dt="2025-02-20T23:17:18.531" v="1719" actId="27636"/>
          <ac:spMkLst>
            <pc:docMk/>
            <pc:sldMk cId="3192587900" sldId="257"/>
            <ac:spMk id="2" creationId="{00000000-0000-0000-0000-000000000000}"/>
          </ac:spMkLst>
        </pc:spChg>
      </pc:sldChg>
      <pc:sldChg chg="modSp mod">
        <pc:chgData name="Amul Chapla" userId="67cb84c5ed05b897" providerId="LiveId" clId="{CFA97858-C791-4DDF-B672-633B10808B25}" dt="2025-02-15T19:42:39.743" v="261" actId="113"/>
        <pc:sldMkLst>
          <pc:docMk/>
          <pc:sldMk cId="2962402540" sldId="258"/>
        </pc:sldMkLst>
        <pc:spChg chg="mod">
          <ac:chgData name="Amul Chapla" userId="67cb84c5ed05b897" providerId="LiveId" clId="{CFA97858-C791-4DDF-B672-633B10808B25}" dt="2025-02-15T19:42:39.743" v="261" actId="113"/>
          <ac:spMkLst>
            <pc:docMk/>
            <pc:sldMk cId="2962402540" sldId="258"/>
            <ac:spMk id="2" creationId="{00000000-0000-0000-0000-000000000000}"/>
          </ac:spMkLst>
        </pc:spChg>
        <pc:spChg chg="mod">
          <ac:chgData name="Amul Chapla" userId="67cb84c5ed05b897" providerId="LiveId" clId="{CFA97858-C791-4DDF-B672-633B10808B25}" dt="2025-02-15T19:41:33.462" v="248" actId="1076"/>
          <ac:spMkLst>
            <pc:docMk/>
            <pc:sldMk cId="2962402540" sldId="258"/>
            <ac:spMk id="3" creationId="{00000000-0000-0000-0000-000000000000}"/>
          </ac:spMkLst>
        </pc:spChg>
      </pc:sldChg>
      <pc:sldChg chg="modSp mod">
        <pc:chgData name="Amul Chapla" userId="67cb84c5ed05b897" providerId="LiveId" clId="{CFA97858-C791-4DDF-B672-633B10808B25}" dt="2025-02-15T20:16:14.348" v="547" actId="404"/>
        <pc:sldMkLst>
          <pc:docMk/>
          <pc:sldMk cId="2101670166" sldId="259"/>
        </pc:sldMkLst>
        <pc:spChg chg="mod">
          <ac:chgData name="Amul Chapla" userId="67cb84c5ed05b897" providerId="LiveId" clId="{CFA97858-C791-4DDF-B672-633B10808B25}" dt="2025-02-15T19:44:04.690" v="289" actId="1076"/>
          <ac:spMkLst>
            <pc:docMk/>
            <pc:sldMk cId="2101670166" sldId="259"/>
            <ac:spMk id="4" creationId="{00000000-0000-0000-0000-000000000000}"/>
          </ac:spMkLst>
        </pc:spChg>
        <pc:spChg chg="mod">
          <ac:chgData name="Amul Chapla" userId="67cb84c5ed05b897" providerId="LiveId" clId="{CFA97858-C791-4DDF-B672-633B10808B25}" dt="2025-02-15T20:16:14.348" v="547" actId="404"/>
          <ac:spMkLst>
            <pc:docMk/>
            <pc:sldMk cId="2101670166" sldId="259"/>
            <ac:spMk id="5" creationId="{00000000-0000-0000-0000-000000000000}"/>
          </ac:spMkLst>
        </pc:spChg>
      </pc:sldChg>
      <pc:sldChg chg="modSp mod">
        <pc:chgData name="Amul Chapla" userId="67cb84c5ed05b897" providerId="LiveId" clId="{CFA97858-C791-4DDF-B672-633B10808B25}" dt="2025-02-20T23:16:10.671" v="1695" actId="120"/>
        <pc:sldMkLst>
          <pc:docMk/>
          <pc:sldMk cId="0" sldId="260"/>
        </pc:sldMkLst>
        <pc:spChg chg="mod">
          <ac:chgData name="Amul Chapla" userId="67cb84c5ed05b897" providerId="LiveId" clId="{CFA97858-C791-4DDF-B672-633B10808B25}" dt="2025-02-20T23:16:10.671" v="1695" actId="120"/>
          <ac:spMkLst>
            <pc:docMk/>
            <pc:sldMk cId="0" sldId="260"/>
            <ac:spMk id="102" creationId="{00000000-0000-0000-0000-000000000000}"/>
          </ac:spMkLst>
        </pc:spChg>
      </pc:sldChg>
      <pc:sldChg chg="modSp del mod">
        <pc:chgData name="Amul Chapla" userId="67cb84c5ed05b897" providerId="LiveId" clId="{CFA97858-C791-4DDF-B672-633B10808B25}" dt="2025-02-16T01:55:25.560" v="1080" actId="47"/>
        <pc:sldMkLst>
          <pc:docMk/>
          <pc:sldMk cId="2129587881" sldId="260"/>
        </pc:sldMkLst>
      </pc:sldChg>
      <pc:sldChg chg="del">
        <pc:chgData name="Amul Chapla" userId="67cb84c5ed05b897" providerId="LiveId" clId="{CFA97858-C791-4DDF-B672-633B10808B25}" dt="2025-02-15T19:08:52.394" v="36" actId="47"/>
        <pc:sldMkLst>
          <pc:docMk/>
          <pc:sldMk cId="3477742806" sldId="260"/>
        </pc:sldMkLst>
      </pc:sldChg>
      <pc:sldChg chg="modSp mod">
        <pc:chgData name="Amul Chapla" userId="67cb84c5ed05b897" providerId="LiveId" clId="{CFA97858-C791-4DDF-B672-633B10808B25}" dt="2025-02-16T01:01:32.599" v="584" actId="27636"/>
        <pc:sldMkLst>
          <pc:docMk/>
          <pc:sldMk cId="1073806156" sldId="261"/>
        </pc:sldMkLst>
        <pc:spChg chg="mod">
          <ac:chgData name="Amul Chapla" userId="67cb84c5ed05b897" providerId="LiveId" clId="{CFA97858-C791-4DDF-B672-633B10808B25}" dt="2025-02-15T19:43:40.283" v="280" actId="14100"/>
          <ac:spMkLst>
            <pc:docMk/>
            <pc:sldMk cId="1073806156" sldId="261"/>
            <ac:spMk id="2" creationId="{00000000-0000-0000-0000-000000000000}"/>
          </ac:spMkLst>
        </pc:spChg>
        <pc:spChg chg="mod">
          <ac:chgData name="Amul Chapla" userId="67cb84c5ed05b897" providerId="LiveId" clId="{CFA97858-C791-4DDF-B672-633B10808B25}" dt="2025-02-16T01:01:32.599" v="584" actId="27636"/>
          <ac:spMkLst>
            <pc:docMk/>
            <pc:sldMk cId="1073806156" sldId="261"/>
            <ac:spMk id="3" creationId="{00000000-0000-0000-0000-000000000000}"/>
          </ac:spMkLst>
        </pc:spChg>
      </pc:sldChg>
      <pc:sldChg chg="addSp modSp mod">
        <pc:chgData name="Amul Chapla" userId="67cb84c5ed05b897" providerId="LiveId" clId="{CFA97858-C791-4DDF-B672-633B10808B25}" dt="2025-02-20T23:22:40.777" v="1750" actId="1076"/>
        <pc:sldMkLst>
          <pc:docMk/>
          <pc:sldMk cId="1400524631" sldId="262"/>
        </pc:sldMkLst>
        <pc:spChg chg="mod">
          <ac:chgData name="Amul Chapla" userId="67cb84c5ed05b897" providerId="LiveId" clId="{CFA97858-C791-4DDF-B672-633B10808B25}" dt="2025-02-15T19:45:13.600" v="321" actId="14100"/>
          <ac:spMkLst>
            <pc:docMk/>
            <pc:sldMk cId="1400524631" sldId="262"/>
            <ac:spMk id="2" creationId="{00000000-0000-0000-0000-000000000000}"/>
          </ac:spMkLst>
        </pc:spChg>
        <pc:spChg chg="mod">
          <ac:chgData name="Amul Chapla" userId="67cb84c5ed05b897" providerId="LiveId" clId="{CFA97858-C791-4DDF-B672-633B10808B25}" dt="2025-02-15T19:46:27.590" v="329" actId="14100"/>
          <ac:spMkLst>
            <pc:docMk/>
            <pc:sldMk cId="1400524631" sldId="262"/>
            <ac:spMk id="3" creationId="{00000000-0000-0000-0000-000000000000}"/>
          </ac:spMkLst>
        </pc:spChg>
        <pc:picChg chg="add mod">
          <ac:chgData name="Amul Chapla" userId="67cb84c5ed05b897" providerId="LiveId" clId="{CFA97858-C791-4DDF-B672-633B10808B25}" dt="2025-02-20T23:22:40.777" v="1750" actId="1076"/>
          <ac:picMkLst>
            <pc:docMk/>
            <pc:sldMk cId="1400524631" sldId="262"/>
            <ac:picMk id="4" creationId="{93658B04-E85D-17EA-0800-DA4D932959B6}"/>
          </ac:picMkLst>
        </pc:picChg>
      </pc:sldChg>
      <pc:sldChg chg="addSp delSp modSp mod">
        <pc:chgData name="Amul Chapla" userId="67cb84c5ed05b897" providerId="LiveId" clId="{CFA97858-C791-4DDF-B672-633B10808B25}" dt="2025-02-15T19:46:50.962" v="339" actId="14100"/>
        <pc:sldMkLst>
          <pc:docMk/>
          <pc:sldMk cId="3883374735" sldId="263"/>
        </pc:sldMkLst>
        <pc:spChg chg="mod">
          <ac:chgData name="Amul Chapla" userId="67cb84c5ed05b897" providerId="LiveId" clId="{CFA97858-C791-4DDF-B672-633B10808B25}" dt="2025-02-15T19:46:50.962" v="339" actId="14100"/>
          <ac:spMkLst>
            <pc:docMk/>
            <pc:sldMk cId="3883374735" sldId="263"/>
            <ac:spMk id="3" creationId="{00000000-0000-0000-0000-000000000000}"/>
          </ac:spMkLst>
        </pc:spChg>
        <pc:spChg chg="add mod">
          <ac:chgData name="Amul Chapla" userId="67cb84c5ed05b897" providerId="LiveId" clId="{CFA97858-C791-4DDF-B672-633B10808B25}" dt="2025-02-15T19:46:06.835" v="326" actId="122"/>
          <ac:spMkLst>
            <pc:docMk/>
            <pc:sldMk cId="3883374735" sldId="263"/>
            <ac:spMk id="7" creationId="{05F21DF9-8486-1415-614E-101ED42BBE6F}"/>
          </ac:spMkLst>
        </pc:spChg>
      </pc:sldChg>
      <pc:sldChg chg="del">
        <pc:chgData name="Amul Chapla" userId="67cb84c5ed05b897" providerId="LiveId" clId="{CFA97858-C791-4DDF-B672-633B10808B25}" dt="2025-02-16T03:07:07.260" v="1449" actId="47"/>
        <pc:sldMkLst>
          <pc:docMk/>
          <pc:sldMk cId="2987237326" sldId="264"/>
        </pc:sldMkLst>
      </pc:sldChg>
      <pc:sldChg chg="modSp del mod">
        <pc:chgData name="Amul Chapla" userId="67cb84c5ed05b897" providerId="LiveId" clId="{CFA97858-C791-4DDF-B672-633B10808B25}" dt="2025-02-15T19:47:56.399" v="346" actId="47"/>
        <pc:sldMkLst>
          <pc:docMk/>
          <pc:sldMk cId="3563057913" sldId="264"/>
        </pc:sldMkLst>
      </pc:sldChg>
      <pc:sldChg chg="modSp del mod">
        <pc:chgData name="Amul Chapla" userId="67cb84c5ed05b897" providerId="LiveId" clId="{CFA97858-C791-4DDF-B672-633B10808B25}" dt="2025-02-16T03:07:09.440" v="1450" actId="47"/>
        <pc:sldMkLst>
          <pc:docMk/>
          <pc:sldMk cId="1475367404" sldId="265"/>
        </pc:sldMkLst>
      </pc:sldChg>
      <pc:sldChg chg="delSp modSp del mod">
        <pc:chgData name="Amul Chapla" userId="67cb84c5ed05b897" providerId="LiveId" clId="{CFA97858-C791-4DDF-B672-633B10808B25}" dt="2025-02-15T19:29:35.465" v="150" actId="47"/>
        <pc:sldMkLst>
          <pc:docMk/>
          <pc:sldMk cId="2905882009" sldId="265"/>
        </pc:sldMkLst>
      </pc:sldChg>
      <pc:sldChg chg="modSp mod">
        <pc:chgData name="Amul Chapla" userId="67cb84c5ed05b897" providerId="LiveId" clId="{CFA97858-C791-4DDF-B672-633B10808B25}" dt="2025-02-15T19:48:23.334" v="351" actId="20577"/>
        <pc:sldMkLst>
          <pc:docMk/>
          <pc:sldMk cId="2861646190" sldId="266"/>
        </pc:sldMkLst>
        <pc:spChg chg="mod">
          <ac:chgData name="Amul Chapla" userId="67cb84c5ed05b897" providerId="LiveId" clId="{CFA97858-C791-4DDF-B672-633B10808B25}" dt="2025-02-15T19:48:12.675" v="349" actId="1076"/>
          <ac:spMkLst>
            <pc:docMk/>
            <pc:sldMk cId="2861646190" sldId="266"/>
            <ac:spMk id="2" creationId="{00000000-0000-0000-0000-000000000000}"/>
          </ac:spMkLst>
        </pc:spChg>
        <pc:spChg chg="mod">
          <ac:chgData name="Amul Chapla" userId="67cb84c5ed05b897" providerId="LiveId" clId="{CFA97858-C791-4DDF-B672-633B10808B25}" dt="2025-02-15T19:48:23.334" v="351" actId="20577"/>
          <ac:spMkLst>
            <pc:docMk/>
            <pc:sldMk cId="2861646190" sldId="266"/>
            <ac:spMk id="3" creationId="{00000000-0000-0000-0000-000000000000}"/>
          </ac:spMkLst>
        </pc:spChg>
      </pc:sldChg>
      <pc:sldChg chg="addSp delSp modSp mod">
        <pc:chgData name="Amul Chapla" userId="67cb84c5ed05b897" providerId="LiveId" clId="{CFA97858-C791-4DDF-B672-633B10808B25}" dt="2025-02-15T19:47:26.445" v="345" actId="403"/>
        <pc:sldMkLst>
          <pc:docMk/>
          <pc:sldMk cId="191298687" sldId="267"/>
        </pc:sldMkLst>
        <pc:spChg chg="mod">
          <ac:chgData name="Amul Chapla" userId="67cb84c5ed05b897" providerId="LiveId" clId="{CFA97858-C791-4DDF-B672-633B10808B25}" dt="2025-02-15T19:47:26.445" v="345" actId="403"/>
          <ac:spMkLst>
            <pc:docMk/>
            <pc:sldMk cId="191298687" sldId="267"/>
            <ac:spMk id="2" creationId="{00000000-0000-0000-0000-000000000000}"/>
          </ac:spMkLst>
        </pc:spChg>
        <pc:spChg chg="add mod">
          <ac:chgData name="Amul Chapla" userId="67cb84c5ed05b897" providerId="LiveId" clId="{CFA97858-C791-4DDF-B672-633B10808B25}" dt="2025-02-15T19:28:27.157" v="142" actId="27636"/>
          <ac:spMkLst>
            <pc:docMk/>
            <pc:sldMk cId="191298687" sldId="267"/>
            <ac:spMk id="5" creationId="{AC3E4502-3960-3515-87FE-965A86EEEBB4}"/>
          </ac:spMkLst>
        </pc:spChg>
        <pc:spChg chg="add mod">
          <ac:chgData name="Amul Chapla" userId="67cb84c5ed05b897" providerId="LiveId" clId="{CFA97858-C791-4DDF-B672-633B10808B25}" dt="2025-02-15T19:27:38.666" v="135" actId="1076"/>
          <ac:spMkLst>
            <pc:docMk/>
            <pc:sldMk cId="191298687" sldId="267"/>
            <ac:spMk id="7" creationId="{CCA497A9-8202-28FC-A9CF-AC8802CBCC52}"/>
          </ac:spMkLst>
        </pc:spChg>
        <pc:spChg chg="add mod">
          <ac:chgData name="Amul Chapla" userId="67cb84c5ed05b897" providerId="LiveId" clId="{CFA97858-C791-4DDF-B672-633B10808B25}" dt="2025-02-15T19:29:11.609" v="148" actId="1076"/>
          <ac:spMkLst>
            <pc:docMk/>
            <pc:sldMk cId="191298687" sldId="267"/>
            <ac:spMk id="8" creationId="{79939499-E3B1-636E-9662-89A7A8982160}"/>
          </ac:spMkLst>
        </pc:spChg>
        <pc:spChg chg="add mod">
          <ac:chgData name="Amul Chapla" userId="67cb84c5ed05b897" providerId="LiveId" clId="{CFA97858-C791-4DDF-B672-633B10808B25}" dt="2025-02-15T19:29:17.238" v="149" actId="14100"/>
          <ac:spMkLst>
            <pc:docMk/>
            <pc:sldMk cId="191298687" sldId="267"/>
            <ac:spMk id="9" creationId="{7B11C726-33BC-F1DC-5B01-2243837225F0}"/>
          </ac:spMkLst>
        </pc:spChg>
      </pc:sldChg>
      <pc:sldChg chg="del">
        <pc:chgData name="Amul Chapla" userId="67cb84c5ed05b897" providerId="LiveId" clId="{CFA97858-C791-4DDF-B672-633B10808B25}" dt="2025-02-15T19:48:58.348" v="352" actId="47"/>
        <pc:sldMkLst>
          <pc:docMk/>
          <pc:sldMk cId="34400425" sldId="268"/>
        </pc:sldMkLst>
      </pc:sldChg>
      <pc:sldChg chg="del">
        <pc:chgData name="Amul Chapla" userId="67cb84c5ed05b897" providerId="LiveId" clId="{CFA97858-C791-4DDF-B672-633B10808B25}" dt="2025-02-16T03:07:23.020" v="1453" actId="47"/>
        <pc:sldMkLst>
          <pc:docMk/>
          <pc:sldMk cId="692247699" sldId="268"/>
        </pc:sldMkLst>
      </pc:sldChg>
      <pc:sldChg chg="addSp delSp modSp mod">
        <pc:chgData name="Amul Chapla" userId="67cb84c5ed05b897" providerId="LiveId" clId="{CFA97858-C791-4DDF-B672-633B10808B25}" dt="2025-02-15T19:54:52.101" v="400" actId="208"/>
        <pc:sldMkLst>
          <pc:docMk/>
          <pc:sldMk cId="3122087069" sldId="269"/>
        </pc:sldMkLst>
        <pc:spChg chg="mod">
          <ac:chgData name="Amul Chapla" userId="67cb84c5ed05b897" providerId="LiveId" clId="{CFA97858-C791-4DDF-B672-633B10808B25}" dt="2025-02-15T19:49:05.450" v="353" actId="403"/>
          <ac:spMkLst>
            <pc:docMk/>
            <pc:sldMk cId="3122087069" sldId="269"/>
            <ac:spMk id="2" creationId="{00000000-0000-0000-0000-000000000000}"/>
          </ac:spMkLst>
        </pc:spChg>
        <pc:spChg chg="add mod">
          <ac:chgData name="Amul Chapla" userId="67cb84c5ed05b897" providerId="LiveId" clId="{CFA97858-C791-4DDF-B672-633B10808B25}" dt="2025-02-15T19:50:21.828" v="383" actId="20577"/>
          <ac:spMkLst>
            <pc:docMk/>
            <pc:sldMk cId="3122087069" sldId="269"/>
            <ac:spMk id="5" creationId="{C90F9CA5-BF89-12E5-1A66-A70C06650868}"/>
          </ac:spMkLst>
        </pc:spChg>
        <pc:picChg chg="add mod">
          <ac:chgData name="Amul Chapla" userId="67cb84c5ed05b897" providerId="LiveId" clId="{CFA97858-C791-4DDF-B672-633B10808B25}" dt="2025-02-15T19:54:52.101" v="400" actId="208"/>
          <ac:picMkLst>
            <pc:docMk/>
            <pc:sldMk cId="3122087069" sldId="269"/>
            <ac:picMk id="9" creationId="{8010C980-C56A-E8BD-547C-B94854091F3A}"/>
          </ac:picMkLst>
        </pc:picChg>
      </pc:sldChg>
      <pc:sldChg chg="del">
        <pc:chgData name="Amul Chapla" userId="67cb84c5ed05b897" providerId="LiveId" clId="{CFA97858-C791-4DDF-B672-633B10808B25}" dt="2025-02-15T19:49:21.971" v="354" actId="47"/>
        <pc:sldMkLst>
          <pc:docMk/>
          <pc:sldMk cId="134421538" sldId="270"/>
        </pc:sldMkLst>
      </pc:sldChg>
      <pc:sldChg chg="modSp add del mod">
        <pc:chgData name="Amul Chapla" userId="67cb84c5ed05b897" providerId="LiveId" clId="{CFA97858-C791-4DDF-B672-633B10808B25}" dt="2025-02-23T19:56:20.312" v="1810" actId="114"/>
        <pc:sldMkLst>
          <pc:docMk/>
          <pc:sldMk cId="2024233174" sldId="270"/>
        </pc:sldMkLst>
        <pc:spChg chg="mod">
          <ac:chgData name="Amul Chapla" userId="67cb84c5ed05b897" providerId="LiveId" clId="{CFA97858-C791-4DDF-B672-633B10808B25}" dt="2025-02-22T17:26:44.730" v="1806" actId="114"/>
          <ac:spMkLst>
            <pc:docMk/>
            <pc:sldMk cId="2024233174" sldId="270"/>
            <ac:spMk id="2" creationId="{00000000-0000-0000-0000-000000000000}"/>
          </ac:spMkLst>
        </pc:spChg>
        <pc:spChg chg="mod">
          <ac:chgData name="Amul Chapla" userId="67cb84c5ed05b897" providerId="LiveId" clId="{CFA97858-C791-4DDF-B672-633B10808B25}" dt="2025-02-23T19:56:20.312" v="1810" actId="114"/>
          <ac:spMkLst>
            <pc:docMk/>
            <pc:sldMk cId="2024233174" sldId="270"/>
            <ac:spMk id="3" creationId="{00000000-0000-0000-0000-000000000000}"/>
          </ac:spMkLst>
        </pc:spChg>
      </pc:sldChg>
      <pc:sldChg chg="addSp delSp modSp mod">
        <pc:chgData name="Amul Chapla" userId="67cb84c5ed05b897" providerId="LiveId" clId="{CFA97858-C791-4DDF-B672-633B10808B25}" dt="2025-02-15T19:50:43.672" v="389" actId="6549"/>
        <pc:sldMkLst>
          <pc:docMk/>
          <pc:sldMk cId="39799849" sldId="271"/>
        </pc:sldMkLst>
        <pc:spChg chg="mod">
          <ac:chgData name="Amul Chapla" userId="67cb84c5ed05b897" providerId="LiveId" clId="{CFA97858-C791-4DDF-B672-633B10808B25}" dt="2025-02-15T19:49:35.498" v="357" actId="403"/>
          <ac:spMkLst>
            <pc:docMk/>
            <pc:sldMk cId="39799849" sldId="271"/>
            <ac:spMk id="2" creationId="{00000000-0000-0000-0000-000000000000}"/>
          </ac:spMkLst>
        </pc:spChg>
        <pc:spChg chg="add mod">
          <ac:chgData name="Amul Chapla" userId="67cb84c5ed05b897" providerId="LiveId" clId="{CFA97858-C791-4DDF-B672-633B10808B25}" dt="2025-02-15T19:50:43.672" v="389" actId="6549"/>
          <ac:spMkLst>
            <pc:docMk/>
            <pc:sldMk cId="39799849" sldId="271"/>
            <ac:spMk id="6" creationId="{A8D9BB53-4457-6973-1892-D6519A22AB32}"/>
          </ac:spMkLst>
        </pc:spChg>
      </pc:sldChg>
      <pc:sldChg chg="modSp mod">
        <pc:chgData name="Amul Chapla" userId="67cb84c5ed05b897" providerId="LiveId" clId="{CFA97858-C791-4DDF-B672-633B10808B25}" dt="2025-02-20T23:25:43.122" v="1758" actId="207"/>
        <pc:sldMkLst>
          <pc:docMk/>
          <pc:sldMk cId="0" sldId="272"/>
        </pc:sldMkLst>
        <pc:spChg chg="mod">
          <ac:chgData name="Amul Chapla" userId="67cb84c5ed05b897" providerId="LiveId" clId="{CFA97858-C791-4DDF-B672-633B10808B25}" dt="2025-02-20T23:25:33.927" v="1757" actId="1076"/>
          <ac:spMkLst>
            <pc:docMk/>
            <pc:sldMk cId="0" sldId="272"/>
            <ac:spMk id="178" creationId="{00000000-0000-0000-0000-000000000000}"/>
          </ac:spMkLst>
        </pc:spChg>
        <pc:spChg chg="mod">
          <ac:chgData name="Amul Chapla" userId="67cb84c5ed05b897" providerId="LiveId" clId="{CFA97858-C791-4DDF-B672-633B10808B25}" dt="2025-02-20T23:25:16.076" v="1755" actId="207"/>
          <ac:spMkLst>
            <pc:docMk/>
            <pc:sldMk cId="0" sldId="272"/>
            <ac:spMk id="179" creationId="{00000000-0000-0000-0000-000000000000}"/>
          </ac:spMkLst>
        </pc:spChg>
        <pc:spChg chg="mod">
          <ac:chgData name="Amul Chapla" userId="67cb84c5ed05b897" providerId="LiveId" clId="{CFA97858-C791-4DDF-B672-633B10808B25}" dt="2025-02-20T23:25:43.122" v="1758" actId="207"/>
          <ac:spMkLst>
            <pc:docMk/>
            <pc:sldMk cId="0" sldId="272"/>
            <ac:spMk id="181" creationId="{00000000-0000-0000-0000-000000000000}"/>
          </ac:spMkLst>
        </pc:spChg>
        <pc:spChg chg="mod">
          <ac:chgData name="Amul Chapla" userId="67cb84c5ed05b897" providerId="LiveId" clId="{CFA97858-C791-4DDF-B672-633B10808B25}" dt="2025-02-20T23:25:43.122" v="1758" actId="207"/>
          <ac:spMkLst>
            <pc:docMk/>
            <pc:sldMk cId="0" sldId="272"/>
            <ac:spMk id="183" creationId="{00000000-0000-0000-0000-000000000000}"/>
          </ac:spMkLst>
        </pc:spChg>
        <pc:spChg chg="mod">
          <ac:chgData name="Amul Chapla" userId="67cb84c5ed05b897" providerId="LiveId" clId="{CFA97858-C791-4DDF-B672-633B10808B25}" dt="2025-02-20T23:25:43.122" v="1758" actId="207"/>
          <ac:spMkLst>
            <pc:docMk/>
            <pc:sldMk cId="0" sldId="272"/>
            <ac:spMk id="185" creationId="{00000000-0000-0000-0000-000000000000}"/>
          </ac:spMkLst>
        </pc:spChg>
        <pc:spChg chg="mod">
          <ac:chgData name="Amul Chapla" userId="67cb84c5ed05b897" providerId="LiveId" clId="{CFA97858-C791-4DDF-B672-633B10808B25}" dt="2025-02-20T23:25:43.122" v="1758" actId="207"/>
          <ac:spMkLst>
            <pc:docMk/>
            <pc:sldMk cId="0" sldId="272"/>
            <ac:spMk id="189" creationId="{00000000-0000-0000-0000-000000000000}"/>
          </ac:spMkLst>
        </pc:spChg>
      </pc:sldChg>
      <pc:sldChg chg="del">
        <pc:chgData name="Amul Chapla" userId="67cb84c5ed05b897" providerId="LiveId" clId="{CFA97858-C791-4DDF-B672-633B10808B25}" dt="2025-02-15T19:38:39.560" v="203" actId="47"/>
        <pc:sldMkLst>
          <pc:docMk/>
          <pc:sldMk cId="280787426" sldId="272"/>
        </pc:sldMkLst>
      </pc:sldChg>
      <pc:sldChg chg="del">
        <pc:chgData name="Amul Chapla" userId="67cb84c5ed05b897" providerId="LiveId" clId="{CFA97858-C791-4DDF-B672-633B10808B25}" dt="2025-02-16T03:08:02.235" v="1457" actId="47"/>
        <pc:sldMkLst>
          <pc:docMk/>
          <pc:sldMk cId="2229655572" sldId="272"/>
        </pc:sldMkLst>
      </pc:sldChg>
      <pc:sldChg chg="modSp mod">
        <pc:chgData name="Amul Chapla" userId="67cb84c5ed05b897" providerId="LiveId" clId="{CFA97858-C791-4DDF-B672-633B10808B25}" dt="2025-02-20T23:25:52.084" v="1759" actId="1076"/>
        <pc:sldMkLst>
          <pc:docMk/>
          <pc:sldMk cId="0" sldId="273"/>
        </pc:sldMkLst>
        <pc:spChg chg="mod">
          <ac:chgData name="Amul Chapla" userId="67cb84c5ed05b897" providerId="LiveId" clId="{CFA97858-C791-4DDF-B672-633B10808B25}" dt="2025-02-20T23:25:52.084" v="1759" actId="1076"/>
          <ac:spMkLst>
            <pc:docMk/>
            <pc:sldMk cId="0" sldId="273"/>
            <ac:spMk id="194" creationId="{00000000-0000-0000-0000-000000000000}"/>
          </ac:spMkLst>
        </pc:spChg>
      </pc:sldChg>
      <pc:sldChg chg="del">
        <pc:chgData name="Amul Chapla" userId="67cb84c5ed05b897" providerId="LiveId" clId="{CFA97858-C791-4DDF-B672-633B10808B25}" dt="2025-02-16T03:08:06.722" v="1458" actId="47"/>
        <pc:sldMkLst>
          <pc:docMk/>
          <pc:sldMk cId="2765437717" sldId="273"/>
        </pc:sldMkLst>
      </pc:sldChg>
      <pc:sldChg chg="addSp delSp modSp mod">
        <pc:chgData name="Amul Chapla" userId="67cb84c5ed05b897" providerId="LiveId" clId="{CFA97858-C791-4DDF-B672-633B10808B25}" dt="2025-02-15T19:58:22.581" v="425" actId="14100"/>
        <pc:sldMkLst>
          <pc:docMk/>
          <pc:sldMk cId="3713636777" sldId="274"/>
        </pc:sldMkLst>
        <pc:spChg chg="mod">
          <ac:chgData name="Amul Chapla" userId="67cb84c5ed05b897" providerId="LiveId" clId="{CFA97858-C791-4DDF-B672-633B10808B25}" dt="2025-02-15T19:55:08.529" v="403" actId="1076"/>
          <ac:spMkLst>
            <pc:docMk/>
            <pc:sldMk cId="3713636777" sldId="274"/>
            <ac:spMk id="2" creationId="{00000000-0000-0000-0000-000000000000}"/>
          </ac:spMkLst>
        </pc:spChg>
        <pc:spChg chg="mod">
          <ac:chgData name="Amul Chapla" userId="67cb84c5ed05b897" providerId="LiveId" clId="{CFA97858-C791-4DDF-B672-633B10808B25}" dt="2025-02-15T19:58:22.581" v="425" actId="14100"/>
          <ac:spMkLst>
            <pc:docMk/>
            <pc:sldMk cId="3713636777" sldId="274"/>
            <ac:spMk id="3" creationId="{00000000-0000-0000-0000-000000000000}"/>
          </ac:spMkLst>
        </pc:spChg>
        <pc:picChg chg="add mod">
          <ac:chgData name="Amul Chapla" userId="67cb84c5ed05b897" providerId="LiveId" clId="{CFA97858-C791-4DDF-B672-633B10808B25}" dt="2025-02-15T19:58:05.465" v="422" actId="1076"/>
          <ac:picMkLst>
            <pc:docMk/>
            <pc:sldMk cId="3713636777" sldId="274"/>
            <ac:picMk id="7" creationId="{8E27B9AB-7279-A2BD-C87E-1FBF5A5181BC}"/>
          </ac:picMkLst>
        </pc:picChg>
      </pc:sldChg>
      <pc:sldChg chg="modSp del mod">
        <pc:chgData name="Amul Chapla" userId="67cb84c5ed05b897" providerId="LiveId" clId="{CFA97858-C791-4DDF-B672-633B10808B25}" dt="2025-02-16T03:20:01.085" v="1551" actId="47"/>
        <pc:sldMkLst>
          <pc:docMk/>
          <pc:sldMk cId="3058484637" sldId="275"/>
        </pc:sldMkLst>
      </pc:sldChg>
      <pc:sldChg chg="del">
        <pc:chgData name="Amul Chapla" userId="67cb84c5ed05b897" providerId="LiveId" clId="{CFA97858-C791-4DDF-B672-633B10808B25}" dt="2025-02-15T19:58:11.517" v="424" actId="47"/>
        <pc:sldMkLst>
          <pc:docMk/>
          <pc:sldMk cId="3453786814" sldId="275"/>
        </pc:sldMkLst>
      </pc:sldChg>
      <pc:sldChg chg="modSp mod">
        <pc:chgData name="Amul Chapla" userId="67cb84c5ed05b897" providerId="LiveId" clId="{CFA97858-C791-4DDF-B672-633B10808B25}" dt="2025-02-20T23:28:49.561" v="1779" actId="207"/>
        <pc:sldMkLst>
          <pc:docMk/>
          <pc:sldMk cId="0" sldId="276"/>
        </pc:sldMkLst>
        <pc:spChg chg="mod">
          <ac:chgData name="Amul Chapla" userId="67cb84c5ed05b897" providerId="LiveId" clId="{CFA97858-C791-4DDF-B672-633B10808B25}" dt="2025-02-20T23:28:23.155" v="1776" actId="1076"/>
          <ac:spMkLst>
            <pc:docMk/>
            <pc:sldMk cId="0" sldId="276"/>
            <ac:spMk id="218" creationId="{00000000-0000-0000-0000-000000000000}"/>
          </ac:spMkLst>
        </pc:spChg>
        <pc:spChg chg="mod">
          <ac:chgData name="Amul Chapla" userId="67cb84c5ed05b897" providerId="LiveId" clId="{CFA97858-C791-4DDF-B672-633B10808B25}" dt="2025-02-20T23:28:49.561" v="1779" actId="207"/>
          <ac:spMkLst>
            <pc:docMk/>
            <pc:sldMk cId="0" sldId="276"/>
            <ac:spMk id="219" creationId="{00000000-0000-0000-0000-000000000000}"/>
          </ac:spMkLst>
        </pc:spChg>
        <pc:picChg chg="mod">
          <ac:chgData name="Amul Chapla" userId="67cb84c5ed05b897" providerId="LiveId" clId="{CFA97858-C791-4DDF-B672-633B10808B25}" dt="2025-02-20T23:28:43.598" v="1778" actId="1582"/>
          <ac:picMkLst>
            <pc:docMk/>
            <pc:sldMk cId="0" sldId="276"/>
            <ac:picMk id="220" creationId="{00000000-0000-0000-0000-000000000000}"/>
          </ac:picMkLst>
        </pc:picChg>
      </pc:sldChg>
      <pc:sldChg chg="modSp del mod">
        <pc:chgData name="Amul Chapla" userId="67cb84c5ed05b897" providerId="LiveId" clId="{CFA97858-C791-4DDF-B672-633B10808B25}" dt="2025-02-16T03:08:31.533" v="1459" actId="47"/>
        <pc:sldMkLst>
          <pc:docMk/>
          <pc:sldMk cId="1388910179" sldId="276"/>
        </pc:sldMkLst>
      </pc:sldChg>
      <pc:sldChg chg="del">
        <pc:chgData name="Amul Chapla" userId="67cb84c5ed05b897" providerId="LiveId" clId="{CFA97858-C791-4DDF-B672-633B10808B25}" dt="2025-02-15T19:58:08.483" v="423" actId="47"/>
        <pc:sldMkLst>
          <pc:docMk/>
          <pc:sldMk cId="172973708" sldId="277"/>
        </pc:sldMkLst>
      </pc:sldChg>
      <pc:sldChg chg="modSp del mod">
        <pc:chgData name="Amul Chapla" userId="67cb84c5ed05b897" providerId="LiveId" clId="{CFA97858-C791-4DDF-B672-633B10808B25}" dt="2025-02-16T03:22:17.539" v="1586" actId="47"/>
        <pc:sldMkLst>
          <pc:docMk/>
          <pc:sldMk cId="4136701250" sldId="277"/>
        </pc:sldMkLst>
      </pc:sldChg>
      <pc:sldChg chg="modSp del mod">
        <pc:chgData name="Amul Chapla" userId="67cb84c5ed05b897" providerId="LiveId" clId="{CFA97858-C791-4DDF-B672-633B10808B25}" dt="2025-02-15T19:07:55.954" v="34" actId="47"/>
        <pc:sldMkLst>
          <pc:docMk/>
          <pc:sldMk cId="1750207034" sldId="278"/>
        </pc:sldMkLst>
      </pc:sldChg>
      <pc:sldChg chg="modSp del mod">
        <pc:chgData name="Amul Chapla" userId="67cb84c5ed05b897" providerId="LiveId" clId="{CFA97858-C791-4DDF-B672-633B10808B25}" dt="2025-02-16T03:22:43.204" v="1588" actId="47"/>
        <pc:sldMkLst>
          <pc:docMk/>
          <pc:sldMk cId="2785549790" sldId="278"/>
        </pc:sldMkLst>
      </pc:sldChg>
      <pc:sldChg chg="modSp del mod">
        <pc:chgData name="Amul Chapla" userId="67cb84c5ed05b897" providerId="LiveId" clId="{CFA97858-C791-4DDF-B672-633B10808B25}" dt="2025-02-16T03:22:39.313" v="1587" actId="47"/>
        <pc:sldMkLst>
          <pc:docMk/>
          <pc:sldMk cId="3355708451" sldId="279"/>
        </pc:sldMkLst>
      </pc:sldChg>
      <pc:sldChg chg="modSp del mod">
        <pc:chgData name="Amul Chapla" userId="67cb84c5ed05b897" providerId="LiveId" clId="{CFA97858-C791-4DDF-B672-633B10808B25}" dt="2025-02-15T19:08:23.946" v="35" actId="47"/>
        <pc:sldMkLst>
          <pc:docMk/>
          <pc:sldMk cId="3461764024" sldId="279"/>
        </pc:sldMkLst>
      </pc:sldChg>
      <pc:sldChg chg="modSp mod">
        <pc:chgData name="Amul Chapla" userId="67cb84c5ed05b897" providerId="LiveId" clId="{CFA97858-C791-4DDF-B672-633B10808B25}" dt="2025-02-15T20:06:47.735" v="485" actId="27636"/>
        <pc:sldMkLst>
          <pc:docMk/>
          <pc:sldMk cId="1259501349" sldId="280"/>
        </pc:sldMkLst>
        <pc:spChg chg="mod">
          <ac:chgData name="Amul Chapla" userId="67cb84c5ed05b897" providerId="LiveId" clId="{CFA97858-C791-4DDF-B672-633B10808B25}" dt="2025-02-15T19:42:45.571" v="262" actId="113"/>
          <ac:spMkLst>
            <pc:docMk/>
            <pc:sldMk cId="1259501349" sldId="280"/>
            <ac:spMk id="2" creationId="{00000000-0000-0000-0000-000000000000}"/>
          </ac:spMkLst>
        </pc:spChg>
        <pc:spChg chg="mod">
          <ac:chgData name="Amul Chapla" userId="67cb84c5ed05b897" providerId="LiveId" clId="{CFA97858-C791-4DDF-B672-633B10808B25}" dt="2025-02-15T20:06:47.735" v="485" actId="27636"/>
          <ac:spMkLst>
            <pc:docMk/>
            <pc:sldMk cId="1259501349" sldId="280"/>
            <ac:spMk id="3" creationId="{00000000-0000-0000-0000-000000000000}"/>
          </ac:spMkLst>
        </pc:spChg>
      </pc:sldChg>
      <pc:sldChg chg="addSp modSp mod">
        <pc:chgData name="Amul Chapla" userId="67cb84c5ed05b897" providerId="LiveId" clId="{CFA97858-C791-4DDF-B672-633B10808B25}" dt="2025-02-16T01:01:32.584" v="583" actId="27636"/>
        <pc:sldMkLst>
          <pc:docMk/>
          <pc:sldMk cId="3006037576" sldId="281"/>
        </pc:sldMkLst>
        <pc:spChg chg="add mod">
          <ac:chgData name="Amul Chapla" userId="67cb84c5ed05b897" providerId="LiveId" clId="{CFA97858-C791-4DDF-B672-633B10808B25}" dt="2025-02-15T19:42:51.817" v="263" actId="113"/>
          <ac:spMkLst>
            <pc:docMk/>
            <pc:sldMk cId="3006037576" sldId="281"/>
            <ac:spMk id="2" creationId="{1089418B-759A-0792-CE01-D841D1D4C6CF}"/>
          </ac:spMkLst>
        </pc:spChg>
        <pc:spChg chg="mod">
          <ac:chgData name="Amul Chapla" userId="67cb84c5ed05b897" providerId="LiveId" clId="{CFA97858-C791-4DDF-B672-633B10808B25}" dt="2025-02-16T01:01:32.584" v="583" actId="27636"/>
          <ac:spMkLst>
            <pc:docMk/>
            <pc:sldMk cId="3006037576" sldId="281"/>
            <ac:spMk id="3" creationId="{00000000-0000-0000-0000-000000000000}"/>
          </ac:spMkLst>
        </pc:spChg>
      </pc:sldChg>
      <pc:sldChg chg="delSp modSp add mod">
        <pc:chgData name="Amul Chapla" userId="67cb84c5ed05b897" providerId="LiveId" clId="{CFA97858-C791-4DDF-B672-633B10808B25}" dt="2025-02-16T00:48:30.393" v="555" actId="1076"/>
        <pc:sldMkLst>
          <pc:docMk/>
          <pc:sldMk cId="325815083" sldId="282"/>
        </pc:sldMkLst>
        <pc:spChg chg="mod">
          <ac:chgData name="Amul Chapla" userId="67cb84c5ed05b897" providerId="LiveId" clId="{CFA97858-C791-4DDF-B672-633B10808B25}" dt="2025-02-16T00:48:30.393" v="555" actId="1076"/>
          <ac:spMkLst>
            <pc:docMk/>
            <pc:sldMk cId="325815083" sldId="282"/>
            <ac:spMk id="2" creationId="{D07C0310-0AD8-886B-33A9-2B4D3265CCCD}"/>
          </ac:spMkLst>
        </pc:spChg>
      </pc:sldChg>
      <pc:sldChg chg="new del">
        <pc:chgData name="Amul Chapla" userId="67cb84c5ed05b897" providerId="LiveId" clId="{CFA97858-C791-4DDF-B672-633B10808B25}" dt="2025-02-16T00:48:07.416" v="549" actId="680"/>
        <pc:sldMkLst>
          <pc:docMk/>
          <pc:sldMk cId="1255957809" sldId="282"/>
        </pc:sldMkLst>
      </pc:sldChg>
      <pc:sldChg chg="add del">
        <pc:chgData name="Amul Chapla" userId="67cb84c5ed05b897" providerId="LiveId" clId="{CFA97858-C791-4DDF-B672-633B10808B25}" dt="2025-02-15T19:38:14.287" v="202" actId="47"/>
        <pc:sldMkLst>
          <pc:docMk/>
          <pc:sldMk cId="3833853432" sldId="282"/>
        </pc:sldMkLst>
      </pc:sldChg>
      <pc:sldChg chg="addSp delSp modSp mod setBg">
        <pc:chgData name="Amul Chapla" userId="67cb84c5ed05b897" providerId="LiveId" clId="{CFA97858-C791-4DDF-B672-633B10808B25}" dt="2025-02-20T23:29:59.715" v="1782" actId="26606"/>
        <pc:sldMkLst>
          <pc:docMk/>
          <pc:sldMk cId="0" sldId="283"/>
        </pc:sldMkLst>
        <pc:spChg chg="mod">
          <ac:chgData name="Amul Chapla" userId="67cb84c5ed05b897" providerId="LiveId" clId="{CFA97858-C791-4DDF-B672-633B10808B25}" dt="2025-02-20T23:29:59.715" v="1782" actId="26606"/>
          <ac:spMkLst>
            <pc:docMk/>
            <pc:sldMk cId="0" sldId="283"/>
            <ac:spMk id="265" creationId="{00000000-0000-0000-0000-000000000000}"/>
          </ac:spMkLst>
        </pc:spChg>
        <pc:spChg chg="mod">
          <ac:chgData name="Amul Chapla" userId="67cb84c5ed05b897" providerId="LiveId" clId="{CFA97858-C791-4DDF-B672-633B10808B25}" dt="2025-02-20T23:29:59.715" v="1782" actId="26606"/>
          <ac:spMkLst>
            <pc:docMk/>
            <pc:sldMk cId="0" sldId="283"/>
            <ac:spMk id="266" creationId="{00000000-0000-0000-0000-000000000000}"/>
          </ac:spMkLst>
        </pc:spChg>
      </pc:sldChg>
      <pc:sldChg chg="modSp del mod">
        <pc:chgData name="Amul Chapla" userId="67cb84c5ed05b897" providerId="LiveId" clId="{CFA97858-C791-4DDF-B672-633B10808B25}" dt="2025-02-16T01:55:24.244" v="1079" actId="47"/>
        <pc:sldMkLst>
          <pc:docMk/>
          <pc:sldMk cId="3110791545" sldId="283"/>
        </pc:sldMkLst>
      </pc:sldChg>
      <pc:sldChg chg="modSp del mod ord">
        <pc:chgData name="Amul Chapla" userId="67cb84c5ed05b897" providerId="LiveId" clId="{CFA97858-C791-4DDF-B672-633B10808B25}" dt="2025-02-16T03:15:20.629" v="1493" actId="47"/>
        <pc:sldMkLst>
          <pc:docMk/>
          <pc:sldMk cId="2430139590" sldId="284"/>
        </pc:sldMkLst>
      </pc:sldChg>
      <pc:sldChg chg="modSp del mod">
        <pc:chgData name="Amul Chapla" userId="67cb84c5ed05b897" providerId="LiveId" clId="{CFA97858-C791-4DDF-B672-633B10808B25}" dt="2025-02-16T03:07:05.109" v="1448" actId="47"/>
        <pc:sldMkLst>
          <pc:docMk/>
          <pc:sldMk cId="3235921139" sldId="285"/>
        </pc:sldMkLst>
      </pc:sldChg>
      <pc:sldChg chg="modSp del mod">
        <pc:chgData name="Amul Chapla" userId="67cb84c5ed05b897" providerId="LiveId" clId="{CFA97858-C791-4DDF-B672-633B10808B25}" dt="2025-02-16T03:07:13.093" v="1451" actId="47"/>
        <pc:sldMkLst>
          <pc:docMk/>
          <pc:sldMk cId="2678376499" sldId="286"/>
        </pc:sldMkLst>
      </pc:sldChg>
      <pc:sldChg chg="modSp del mod">
        <pc:chgData name="Amul Chapla" userId="67cb84c5ed05b897" providerId="LiveId" clId="{CFA97858-C791-4DDF-B672-633B10808B25}" dt="2025-02-16T03:07:14.944" v="1452" actId="47"/>
        <pc:sldMkLst>
          <pc:docMk/>
          <pc:sldMk cId="1205293695" sldId="287"/>
        </pc:sldMkLst>
      </pc:sldChg>
      <pc:sldChg chg="del">
        <pc:chgData name="Amul Chapla" userId="67cb84c5ed05b897" providerId="LiveId" clId="{CFA97858-C791-4DDF-B672-633B10808B25}" dt="2025-02-16T03:07:24.060" v="1454" actId="47"/>
        <pc:sldMkLst>
          <pc:docMk/>
          <pc:sldMk cId="3642412130" sldId="288"/>
        </pc:sldMkLst>
      </pc:sldChg>
      <pc:sldChg chg="del">
        <pc:chgData name="Amul Chapla" userId="67cb84c5ed05b897" providerId="LiveId" clId="{CFA97858-C791-4DDF-B672-633B10808B25}" dt="2025-02-16T03:16:06.088" v="1498" actId="47"/>
        <pc:sldMkLst>
          <pc:docMk/>
          <pc:sldMk cId="1025544948" sldId="289"/>
        </pc:sldMkLst>
      </pc:sldChg>
      <pc:sldChg chg="modSp mod">
        <pc:chgData name="Amul Chapla" userId="67cb84c5ed05b897" providerId="LiveId" clId="{CFA97858-C791-4DDF-B672-633B10808B25}" dt="2025-02-16T03:23:53.219" v="1591" actId="2711"/>
        <pc:sldMkLst>
          <pc:docMk/>
          <pc:sldMk cId="3442819309" sldId="290"/>
        </pc:sldMkLst>
        <pc:spChg chg="mod">
          <ac:chgData name="Amul Chapla" userId="67cb84c5ed05b897" providerId="LiveId" clId="{CFA97858-C791-4DDF-B672-633B10808B25}" dt="2025-02-16T03:16:38.545" v="1523" actId="2711"/>
          <ac:spMkLst>
            <pc:docMk/>
            <pc:sldMk cId="3442819309" sldId="290"/>
            <ac:spMk id="2" creationId="{00000000-0000-0000-0000-000000000000}"/>
          </ac:spMkLst>
        </pc:spChg>
        <pc:spChg chg="mod">
          <ac:chgData name="Amul Chapla" userId="67cb84c5ed05b897" providerId="LiveId" clId="{CFA97858-C791-4DDF-B672-633B10808B25}" dt="2025-02-16T03:23:53.219" v="1591" actId="2711"/>
          <ac:spMkLst>
            <pc:docMk/>
            <pc:sldMk cId="3442819309" sldId="290"/>
            <ac:spMk id="3" creationId="{00000000-0000-0000-0000-000000000000}"/>
          </ac:spMkLst>
        </pc:spChg>
      </pc:sldChg>
      <pc:sldChg chg="modSp mod">
        <pc:chgData name="Amul Chapla" userId="67cb84c5ed05b897" providerId="LiveId" clId="{CFA97858-C791-4DDF-B672-633B10808B25}" dt="2025-02-20T23:33:14.602" v="1783" actId="1076"/>
        <pc:sldMkLst>
          <pc:docMk/>
          <pc:sldMk cId="0" sldId="291"/>
        </pc:sldMkLst>
        <pc:spChg chg="mod">
          <ac:chgData name="Amul Chapla" userId="67cb84c5ed05b897" providerId="LiveId" clId="{CFA97858-C791-4DDF-B672-633B10808B25}" dt="2025-02-20T23:33:14.602" v="1783" actId="1076"/>
          <ac:spMkLst>
            <pc:docMk/>
            <pc:sldMk cId="0" sldId="291"/>
            <ac:spMk id="313" creationId="{00000000-0000-0000-0000-000000000000}"/>
          </ac:spMkLst>
        </pc:spChg>
      </pc:sldChg>
      <pc:sldChg chg="modSp del mod">
        <pc:chgData name="Amul Chapla" userId="67cb84c5ed05b897" providerId="LiveId" clId="{CFA97858-C791-4DDF-B672-633B10808B25}" dt="2025-02-16T03:08:34.961" v="1460" actId="47"/>
        <pc:sldMkLst>
          <pc:docMk/>
          <pc:sldMk cId="1619377467" sldId="291"/>
        </pc:sldMkLst>
      </pc:sldChg>
      <pc:sldChg chg="modSp mod">
        <pc:chgData name="Amul Chapla" userId="67cb84c5ed05b897" providerId="LiveId" clId="{CFA97858-C791-4DDF-B672-633B10808B25}" dt="2025-02-20T23:33:31.957" v="1786" actId="1076"/>
        <pc:sldMkLst>
          <pc:docMk/>
          <pc:sldMk cId="0" sldId="292"/>
        </pc:sldMkLst>
        <pc:spChg chg="mod">
          <ac:chgData name="Amul Chapla" userId="67cb84c5ed05b897" providerId="LiveId" clId="{CFA97858-C791-4DDF-B672-633B10808B25}" dt="2025-02-20T23:33:22.353" v="1784" actId="1076"/>
          <ac:spMkLst>
            <pc:docMk/>
            <pc:sldMk cId="0" sldId="292"/>
            <ac:spMk id="320" creationId="{00000000-0000-0000-0000-000000000000}"/>
          </ac:spMkLst>
        </pc:spChg>
        <pc:spChg chg="mod">
          <ac:chgData name="Amul Chapla" userId="67cb84c5ed05b897" providerId="LiveId" clId="{CFA97858-C791-4DDF-B672-633B10808B25}" dt="2025-02-20T23:33:31.957" v="1786" actId="1076"/>
          <ac:spMkLst>
            <pc:docMk/>
            <pc:sldMk cId="0" sldId="292"/>
            <ac:spMk id="321" creationId="{00000000-0000-0000-0000-000000000000}"/>
          </ac:spMkLst>
        </pc:spChg>
      </pc:sldChg>
      <pc:sldChg chg="modSp del mod">
        <pc:chgData name="Amul Chapla" userId="67cb84c5ed05b897" providerId="LiveId" clId="{CFA97858-C791-4DDF-B672-633B10808B25}" dt="2025-02-16T03:24:51.793" v="1595" actId="47"/>
        <pc:sldMkLst>
          <pc:docMk/>
          <pc:sldMk cId="3008620387" sldId="292"/>
        </pc:sldMkLst>
      </pc:sldChg>
      <pc:sldChg chg="modSp mod">
        <pc:chgData name="Amul Chapla" userId="67cb84c5ed05b897" providerId="LiveId" clId="{CFA97858-C791-4DDF-B672-633B10808B25}" dt="2025-02-20T23:33:38.922" v="1787" actId="1076"/>
        <pc:sldMkLst>
          <pc:docMk/>
          <pc:sldMk cId="0" sldId="293"/>
        </pc:sldMkLst>
        <pc:spChg chg="mod">
          <ac:chgData name="Amul Chapla" userId="67cb84c5ed05b897" providerId="LiveId" clId="{CFA97858-C791-4DDF-B672-633B10808B25}" dt="2025-02-20T23:33:38.922" v="1787" actId="1076"/>
          <ac:spMkLst>
            <pc:docMk/>
            <pc:sldMk cId="0" sldId="293"/>
            <ac:spMk id="327" creationId="{00000000-0000-0000-0000-000000000000}"/>
          </ac:spMkLst>
        </pc:spChg>
      </pc:sldChg>
      <pc:sldChg chg="del">
        <pc:chgData name="Amul Chapla" userId="67cb84c5ed05b897" providerId="LiveId" clId="{CFA97858-C791-4DDF-B672-633B10808B25}" dt="2025-02-16T03:28:21.841" v="1622" actId="47"/>
        <pc:sldMkLst>
          <pc:docMk/>
          <pc:sldMk cId="963469827" sldId="293"/>
        </pc:sldMkLst>
      </pc:sldChg>
      <pc:sldChg chg="modSp mod">
        <pc:chgData name="Amul Chapla" userId="67cb84c5ed05b897" providerId="LiveId" clId="{CFA97858-C791-4DDF-B672-633B10808B25}" dt="2025-02-20T23:34:11.258" v="1796" actId="1076"/>
        <pc:sldMkLst>
          <pc:docMk/>
          <pc:sldMk cId="0" sldId="294"/>
        </pc:sldMkLst>
        <pc:spChg chg="mod">
          <ac:chgData name="Amul Chapla" userId="67cb84c5ed05b897" providerId="LiveId" clId="{CFA97858-C791-4DDF-B672-633B10808B25}" dt="2025-02-20T23:33:47.135" v="1789" actId="120"/>
          <ac:spMkLst>
            <pc:docMk/>
            <pc:sldMk cId="0" sldId="294"/>
            <ac:spMk id="334" creationId="{00000000-0000-0000-0000-000000000000}"/>
          </ac:spMkLst>
        </pc:spChg>
        <pc:spChg chg="mod">
          <ac:chgData name="Amul Chapla" userId="67cb84c5ed05b897" providerId="LiveId" clId="{CFA97858-C791-4DDF-B672-633B10808B25}" dt="2025-02-20T23:33:50.010" v="1790" actId="1076"/>
          <ac:spMkLst>
            <pc:docMk/>
            <pc:sldMk cId="0" sldId="294"/>
            <ac:spMk id="335" creationId="{00000000-0000-0000-0000-000000000000}"/>
          </ac:spMkLst>
        </pc:spChg>
        <pc:spChg chg="mod">
          <ac:chgData name="Amul Chapla" userId="67cb84c5ed05b897" providerId="LiveId" clId="{CFA97858-C791-4DDF-B672-633B10808B25}" dt="2025-02-20T23:34:05.993" v="1795" actId="14100"/>
          <ac:spMkLst>
            <pc:docMk/>
            <pc:sldMk cId="0" sldId="294"/>
            <ac:spMk id="336" creationId="{00000000-0000-0000-0000-000000000000}"/>
          </ac:spMkLst>
        </pc:spChg>
        <pc:picChg chg="mod">
          <ac:chgData name="Amul Chapla" userId="67cb84c5ed05b897" providerId="LiveId" clId="{CFA97858-C791-4DDF-B672-633B10808B25}" dt="2025-02-20T23:34:11.258" v="1796" actId="1076"/>
          <ac:picMkLst>
            <pc:docMk/>
            <pc:sldMk cId="0" sldId="294"/>
            <ac:picMk id="337" creationId="{00000000-0000-0000-0000-000000000000}"/>
          </ac:picMkLst>
        </pc:picChg>
      </pc:sldChg>
      <pc:sldChg chg="del">
        <pc:chgData name="Amul Chapla" userId="67cb84c5ed05b897" providerId="LiveId" clId="{CFA97858-C791-4DDF-B672-633B10808B25}" dt="2025-02-16T03:25:55.042" v="1598" actId="47"/>
        <pc:sldMkLst>
          <pc:docMk/>
          <pc:sldMk cId="165244163" sldId="294"/>
        </pc:sldMkLst>
      </pc:sldChg>
      <pc:sldChg chg="modSp mod">
        <pc:chgData name="Amul Chapla" userId="67cb84c5ed05b897" providerId="LiveId" clId="{CFA97858-C791-4DDF-B672-633B10808B25}" dt="2025-02-20T23:34:39.731" v="1803" actId="1076"/>
        <pc:sldMkLst>
          <pc:docMk/>
          <pc:sldMk cId="0" sldId="295"/>
        </pc:sldMkLst>
        <pc:spChg chg="mod">
          <ac:chgData name="Amul Chapla" userId="67cb84c5ed05b897" providerId="LiveId" clId="{CFA97858-C791-4DDF-B672-633B10808B25}" dt="2025-02-20T23:34:32.536" v="1801" actId="1076"/>
          <ac:spMkLst>
            <pc:docMk/>
            <pc:sldMk cId="0" sldId="295"/>
            <ac:spMk id="342" creationId="{00000000-0000-0000-0000-000000000000}"/>
          </ac:spMkLst>
        </pc:spChg>
        <pc:spChg chg="mod">
          <ac:chgData name="Amul Chapla" userId="67cb84c5ed05b897" providerId="LiveId" clId="{CFA97858-C791-4DDF-B672-633B10808B25}" dt="2025-02-20T23:34:35.804" v="1802" actId="1076"/>
          <ac:spMkLst>
            <pc:docMk/>
            <pc:sldMk cId="0" sldId="295"/>
            <ac:spMk id="343" creationId="{00000000-0000-0000-0000-000000000000}"/>
          </ac:spMkLst>
        </pc:spChg>
        <pc:spChg chg="mod">
          <ac:chgData name="Amul Chapla" userId="67cb84c5ed05b897" providerId="LiveId" clId="{CFA97858-C791-4DDF-B672-633B10808B25}" dt="2025-02-20T23:34:29.495" v="1800" actId="14100"/>
          <ac:spMkLst>
            <pc:docMk/>
            <pc:sldMk cId="0" sldId="295"/>
            <ac:spMk id="345" creationId="{00000000-0000-0000-0000-000000000000}"/>
          </ac:spMkLst>
        </pc:spChg>
        <pc:picChg chg="mod">
          <ac:chgData name="Amul Chapla" userId="67cb84c5ed05b897" providerId="LiveId" clId="{CFA97858-C791-4DDF-B672-633B10808B25}" dt="2025-02-20T23:34:39.731" v="1803" actId="1076"/>
          <ac:picMkLst>
            <pc:docMk/>
            <pc:sldMk cId="0" sldId="295"/>
            <ac:picMk id="344" creationId="{00000000-0000-0000-0000-000000000000}"/>
          </ac:picMkLst>
        </pc:picChg>
      </pc:sldChg>
      <pc:sldChg chg="del">
        <pc:chgData name="Amul Chapla" userId="67cb84c5ed05b897" providerId="LiveId" clId="{CFA97858-C791-4DDF-B672-633B10808B25}" dt="2025-02-16T03:25:45.497" v="1597" actId="47"/>
        <pc:sldMkLst>
          <pc:docMk/>
          <pc:sldMk cId="1044384563" sldId="295"/>
        </pc:sldMkLst>
      </pc:sldChg>
      <pc:sldChg chg="del">
        <pc:chgData name="Amul Chapla" userId="67cb84c5ed05b897" providerId="LiveId" clId="{CFA97858-C791-4DDF-B672-633B10808B25}" dt="2025-02-16T03:25:33.268" v="1596" actId="47"/>
        <pc:sldMkLst>
          <pc:docMk/>
          <pc:sldMk cId="3335932271" sldId="296"/>
        </pc:sldMkLst>
      </pc:sldChg>
      <pc:sldChg chg="modSp mod">
        <pc:chgData name="Amul Chapla" userId="67cb84c5ed05b897" providerId="LiveId" clId="{CFA97858-C791-4DDF-B672-633B10808B25}" dt="2025-02-16T22:45:42.383" v="1690" actId="20577"/>
        <pc:sldMkLst>
          <pc:docMk/>
          <pc:sldMk cId="0" sldId="297"/>
        </pc:sldMkLst>
        <pc:spChg chg="mod">
          <ac:chgData name="Amul Chapla" userId="67cb84c5ed05b897" providerId="LiveId" clId="{CFA97858-C791-4DDF-B672-633B10808B25}" dt="2025-02-16T01:12:18.843" v="623" actId="6549"/>
          <ac:spMkLst>
            <pc:docMk/>
            <pc:sldMk cId="0" sldId="297"/>
            <ac:spMk id="3073" creationId="{00000000-0000-0000-0000-000000000000}"/>
          </ac:spMkLst>
        </pc:spChg>
        <pc:spChg chg="mod">
          <ac:chgData name="Amul Chapla" userId="67cb84c5ed05b897" providerId="LiveId" clId="{CFA97858-C791-4DDF-B672-633B10808B25}" dt="2025-02-16T22:45:42.383" v="1690" actId="20577"/>
          <ac:spMkLst>
            <pc:docMk/>
            <pc:sldMk cId="0" sldId="297"/>
            <ac:spMk id="3074" creationId="{00000000-0000-0000-0000-000000000000}"/>
          </ac:spMkLst>
        </pc:spChg>
      </pc:sldChg>
      <pc:sldChg chg="addSp delSp modSp mod setBg">
        <pc:chgData name="Amul Chapla" userId="67cb84c5ed05b897" providerId="LiveId" clId="{CFA97858-C791-4DDF-B672-633B10808B25}" dt="2025-02-16T01:32:18.955" v="875" actId="122"/>
        <pc:sldMkLst>
          <pc:docMk/>
          <pc:sldMk cId="0" sldId="298"/>
        </pc:sldMkLst>
        <pc:spChg chg="add mod">
          <ac:chgData name="Amul Chapla" userId="67cb84c5ed05b897" providerId="LiveId" clId="{CFA97858-C791-4DDF-B672-633B10808B25}" dt="2025-02-16T01:26:10.521" v="768" actId="1076"/>
          <ac:spMkLst>
            <pc:docMk/>
            <pc:sldMk cId="0" sldId="298"/>
            <ac:spMk id="6" creationId="{B07AB713-E54B-986E-7DD4-58FDC8C83BA0}"/>
          </ac:spMkLst>
        </pc:spChg>
        <pc:spChg chg="mod">
          <ac:chgData name="Amul Chapla" userId="67cb84c5ed05b897" providerId="LiveId" clId="{CFA97858-C791-4DDF-B672-633B10808B25}" dt="2025-02-16T01:32:18.955" v="875" actId="122"/>
          <ac:spMkLst>
            <pc:docMk/>
            <pc:sldMk cId="0" sldId="298"/>
            <ac:spMk id="4097" creationId="{00000000-0000-0000-0000-000000000000}"/>
          </ac:spMkLst>
        </pc:spChg>
        <pc:spChg chg="mod ord">
          <ac:chgData name="Amul Chapla" userId="67cb84c5ed05b897" providerId="LiveId" clId="{CFA97858-C791-4DDF-B672-633B10808B25}" dt="2025-02-16T01:32:07.533" v="873" actId="115"/>
          <ac:spMkLst>
            <pc:docMk/>
            <pc:sldMk cId="0" sldId="298"/>
            <ac:spMk id="4098" creationId="{00000000-0000-0000-0000-000000000000}"/>
          </ac:spMkLst>
        </pc:spChg>
        <pc:spChg chg="add">
          <ac:chgData name="Amul Chapla" userId="67cb84c5ed05b897" providerId="LiveId" clId="{CFA97858-C791-4DDF-B672-633B10808B25}" dt="2025-02-16T01:25:40.965" v="763" actId="26606"/>
          <ac:spMkLst>
            <pc:docMk/>
            <pc:sldMk cId="0" sldId="298"/>
            <ac:spMk id="4116" creationId="{FE1EC756-41E9-4FD6-AD48-EF46A28137B7}"/>
          </ac:spMkLst>
        </pc:spChg>
        <pc:spChg chg="add">
          <ac:chgData name="Amul Chapla" userId="67cb84c5ed05b897" providerId="LiveId" clId="{CFA97858-C791-4DDF-B672-633B10808B25}" dt="2025-02-16T01:25:40.965" v="763" actId="26606"/>
          <ac:spMkLst>
            <pc:docMk/>
            <pc:sldMk cId="0" sldId="298"/>
            <ac:spMk id="4118" creationId="{E66F6371-9EA5-9354-29DC-1D07B921F79C}"/>
          </ac:spMkLst>
        </pc:spChg>
        <pc:picChg chg="add mod">
          <ac:chgData name="Amul Chapla" userId="67cb84c5ed05b897" providerId="LiveId" clId="{CFA97858-C791-4DDF-B672-633B10808B25}" dt="2025-02-16T01:25:51.930" v="766" actId="1076"/>
          <ac:picMkLst>
            <pc:docMk/>
            <pc:sldMk cId="0" sldId="298"/>
            <ac:picMk id="4" creationId="{DC7A9F91-DD49-79B7-07C7-D933C576E8B2}"/>
          </ac:picMkLst>
        </pc:picChg>
      </pc:sldChg>
      <pc:sldChg chg="del">
        <pc:chgData name="Amul Chapla" userId="67cb84c5ed05b897" providerId="LiveId" clId="{CFA97858-C791-4DDF-B672-633B10808B25}" dt="2025-02-16T01:24:58.294" v="762" actId="47"/>
        <pc:sldMkLst>
          <pc:docMk/>
          <pc:sldMk cId="0" sldId="299"/>
        </pc:sldMkLst>
      </pc:sldChg>
      <pc:sldChg chg="del">
        <pc:chgData name="Amul Chapla" userId="67cb84c5ed05b897" providerId="LiveId" clId="{CFA97858-C791-4DDF-B672-633B10808B25}" dt="2025-02-16T01:28:56.264" v="808" actId="47"/>
        <pc:sldMkLst>
          <pc:docMk/>
          <pc:sldMk cId="0" sldId="300"/>
        </pc:sldMkLst>
      </pc:sldChg>
      <pc:sldChg chg="del">
        <pc:chgData name="Amul Chapla" userId="67cb84c5ed05b897" providerId="LiveId" clId="{CFA97858-C791-4DDF-B672-633B10808B25}" dt="2025-02-16T01:29:59.861" v="836" actId="47"/>
        <pc:sldMkLst>
          <pc:docMk/>
          <pc:sldMk cId="0" sldId="301"/>
        </pc:sldMkLst>
      </pc:sldChg>
      <pc:sldChg chg="del">
        <pc:chgData name="Amul Chapla" userId="67cb84c5ed05b897" providerId="LiveId" clId="{CFA97858-C791-4DDF-B672-633B10808B25}" dt="2025-02-16T01:32:30.373" v="876" actId="47"/>
        <pc:sldMkLst>
          <pc:docMk/>
          <pc:sldMk cId="0" sldId="302"/>
        </pc:sldMkLst>
      </pc:sldChg>
      <pc:sldChg chg="del">
        <pc:chgData name="Amul Chapla" userId="67cb84c5ed05b897" providerId="LiveId" clId="{CFA97858-C791-4DDF-B672-633B10808B25}" dt="2025-02-16T01:37:09.147" v="916" actId="47"/>
        <pc:sldMkLst>
          <pc:docMk/>
          <pc:sldMk cId="0" sldId="303"/>
        </pc:sldMkLst>
      </pc:sldChg>
      <pc:sldChg chg="modSp del mod">
        <pc:chgData name="Amul Chapla" userId="67cb84c5ed05b897" providerId="LiveId" clId="{CFA97858-C791-4DDF-B672-633B10808B25}" dt="2025-02-16T01:37:19.606" v="917" actId="47"/>
        <pc:sldMkLst>
          <pc:docMk/>
          <pc:sldMk cId="0" sldId="304"/>
        </pc:sldMkLst>
      </pc:sldChg>
      <pc:sldChg chg="addSp delSp modSp mod setBg modNotesTx">
        <pc:chgData name="Amul Chapla" userId="67cb84c5ed05b897" providerId="LiveId" clId="{CFA97858-C791-4DDF-B672-633B10808B25}" dt="2025-02-16T02:55:02.004" v="1297" actId="207"/>
        <pc:sldMkLst>
          <pc:docMk/>
          <pc:sldMk cId="0" sldId="305"/>
        </pc:sldMkLst>
        <pc:spChg chg="add mod">
          <ac:chgData name="Amul Chapla" userId="67cb84c5ed05b897" providerId="LiveId" clId="{CFA97858-C791-4DDF-B672-633B10808B25}" dt="2025-02-16T02:55:02.004" v="1297" actId="207"/>
          <ac:spMkLst>
            <pc:docMk/>
            <pc:sldMk cId="0" sldId="305"/>
            <ac:spMk id="6" creationId="{376F3287-457F-4AEC-0104-1F36335433D2}"/>
          </ac:spMkLst>
        </pc:spChg>
        <pc:spChg chg="mod">
          <ac:chgData name="Amul Chapla" userId="67cb84c5ed05b897" providerId="LiveId" clId="{CFA97858-C791-4DDF-B672-633B10808B25}" dt="2025-02-16T01:46:40.924" v="1002" actId="26606"/>
          <ac:spMkLst>
            <pc:docMk/>
            <pc:sldMk cId="0" sldId="305"/>
            <ac:spMk id="72706" creationId="{00000000-0000-0000-0000-000000000000}"/>
          </ac:spMkLst>
        </pc:spChg>
        <pc:spChg chg="mod ord">
          <ac:chgData name="Amul Chapla" userId="67cb84c5ed05b897" providerId="LiveId" clId="{CFA97858-C791-4DDF-B672-633B10808B25}" dt="2025-02-16T01:47:48.480" v="1021" actId="14100"/>
          <ac:spMkLst>
            <pc:docMk/>
            <pc:sldMk cId="0" sldId="305"/>
            <ac:spMk id="72707" creationId="{00000000-0000-0000-0000-000000000000}"/>
          </ac:spMkLst>
        </pc:spChg>
        <pc:spChg chg="add">
          <ac:chgData name="Amul Chapla" userId="67cb84c5ed05b897" providerId="LiveId" clId="{CFA97858-C791-4DDF-B672-633B10808B25}" dt="2025-02-16T01:46:40.924" v="1002" actId="26606"/>
          <ac:spMkLst>
            <pc:docMk/>
            <pc:sldMk cId="0" sldId="305"/>
            <ac:spMk id="72712" creationId="{DBC6133C-0615-4CE4-9132-37E609A9BDFA}"/>
          </ac:spMkLst>
        </pc:spChg>
        <pc:spChg chg="add">
          <ac:chgData name="Amul Chapla" userId="67cb84c5ed05b897" providerId="LiveId" clId="{CFA97858-C791-4DDF-B672-633B10808B25}" dt="2025-02-16T01:46:40.924" v="1002" actId="26606"/>
          <ac:spMkLst>
            <pc:docMk/>
            <pc:sldMk cId="0" sldId="305"/>
            <ac:spMk id="72714" creationId="{169CC832-2974-4E8D-90ED-3E2941BA7336}"/>
          </ac:spMkLst>
        </pc:spChg>
        <pc:spChg chg="add">
          <ac:chgData name="Amul Chapla" userId="67cb84c5ed05b897" providerId="LiveId" clId="{CFA97858-C791-4DDF-B672-633B10808B25}" dt="2025-02-16T01:46:40.924" v="1002" actId="26606"/>
          <ac:spMkLst>
            <pc:docMk/>
            <pc:sldMk cId="0" sldId="305"/>
            <ac:spMk id="72716" creationId="{55222F96-971A-4F90-B841-6BAB416C7AC1}"/>
          </ac:spMkLst>
        </pc:spChg>
        <pc:spChg chg="add">
          <ac:chgData name="Amul Chapla" userId="67cb84c5ed05b897" providerId="LiveId" clId="{CFA97858-C791-4DDF-B672-633B10808B25}" dt="2025-02-16T01:46:40.924" v="1002" actId="26606"/>
          <ac:spMkLst>
            <pc:docMk/>
            <pc:sldMk cId="0" sldId="305"/>
            <ac:spMk id="72718" creationId="{08980754-6F4B-43C9-B9BE-127B6BED6586}"/>
          </ac:spMkLst>
        </pc:spChg>
        <pc:spChg chg="add">
          <ac:chgData name="Amul Chapla" userId="67cb84c5ed05b897" providerId="LiveId" clId="{CFA97858-C791-4DDF-B672-633B10808B25}" dt="2025-02-16T01:46:40.924" v="1002" actId="26606"/>
          <ac:spMkLst>
            <pc:docMk/>
            <pc:sldMk cId="0" sldId="305"/>
            <ac:spMk id="72720" creationId="{2C1BBA94-3F40-40AA-8BB9-E69E25E537C1}"/>
          </ac:spMkLst>
        </pc:spChg>
        <pc:picChg chg="add mod">
          <ac:chgData name="Amul Chapla" userId="67cb84c5ed05b897" providerId="LiveId" clId="{CFA97858-C791-4DDF-B672-633B10808B25}" dt="2025-02-16T02:54:15.989" v="1287" actId="1076"/>
          <ac:picMkLst>
            <pc:docMk/>
            <pc:sldMk cId="0" sldId="305"/>
            <ac:picMk id="4" creationId="{B57B1B41-B383-1E24-4D15-787ADAFDFA30}"/>
          </ac:picMkLst>
        </pc:picChg>
      </pc:sldChg>
      <pc:sldChg chg="modSp del mod">
        <pc:chgData name="Amul Chapla" userId="67cb84c5ed05b897" providerId="LiveId" clId="{CFA97858-C791-4DDF-B672-633B10808B25}" dt="2025-02-16T01:43:50.745" v="1000" actId="47"/>
        <pc:sldMkLst>
          <pc:docMk/>
          <pc:sldMk cId="0" sldId="306"/>
        </pc:sldMkLst>
      </pc:sldChg>
      <pc:sldChg chg="del">
        <pc:chgData name="Amul Chapla" userId="67cb84c5ed05b897" providerId="LiveId" clId="{CFA97858-C791-4DDF-B672-633B10808B25}" dt="2025-02-16T01:48:26.778" v="1023" actId="47"/>
        <pc:sldMkLst>
          <pc:docMk/>
          <pc:sldMk cId="0" sldId="307"/>
        </pc:sldMkLst>
      </pc:sldChg>
      <pc:sldChg chg="modSp del mod">
        <pc:chgData name="Amul Chapla" userId="67cb84c5ed05b897" providerId="LiveId" clId="{CFA97858-C791-4DDF-B672-633B10808B25}" dt="2025-02-16T01:52:40.554" v="1062" actId="47"/>
        <pc:sldMkLst>
          <pc:docMk/>
          <pc:sldMk cId="0" sldId="308"/>
        </pc:sldMkLst>
      </pc:sldChg>
      <pc:sldChg chg="modSp del mod">
        <pc:chgData name="Amul Chapla" userId="67cb84c5ed05b897" providerId="LiveId" clId="{CFA97858-C791-4DDF-B672-633B10808B25}" dt="2025-02-16T01:52:41.692" v="1063" actId="47"/>
        <pc:sldMkLst>
          <pc:docMk/>
          <pc:sldMk cId="0" sldId="309"/>
        </pc:sldMkLst>
      </pc:sldChg>
      <pc:sldChg chg="modSp mod">
        <pc:chgData name="Amul Chapla" userId="67cb84c5ed05b897" providerId="LiveId" clId="{CFA97858-C791-4DDF-B672-633B10808B25}" dt="2025-02-16T01:52:32.507" v="1061" actId="6549"/>
        <pc:sldMkLst>
          <pc:docMk/>
          <pc:sldMk cId="0" sldId="310"/>
        </pc:sldMkLst>
        <pc:spChg chg="mod">
          <ac:chgData name="Amul Chapla" userId="67cb84c5ed05b897" providerId="LiveId" clId="{CFA97858-C791-4DDF-B672-633B10808B25}" dt="2025-02-16T01:49:38.985" v="1041" actId="1076"/>
          <ac:spMkLst>
            <pc:docMk/>
            <pc:sldMk cId="0" sldId="310"/>
            <ac:spMk id="77826" creationId="{00000000-0000-0000-0000-000000000000}"/>
          </ac:spMkLst>
        </pc:spChg>
        <pc:spChg chg="mod">
          <ac:chgData name="Amul Chapla" userId="67cb84c5ed05b897" providerId="LiveId" clId="{CFA97858-C791-4DDF-B672-633B10808B25}" dt="2025-02-16T01:52:32.507" v="1061" actId="6549"/>
          <ac:spMkLst>
            <pc:docMk/>
            <pc:sldMk cId="0" sldId="310"/>
            <ac:spMk id="77827" creationId="{00000000-0000-0000-0000-000000000000}"/>
          </ac:spMkLst>
        </pc:spChg>
      </pc:sldChg>
      <pc:sldChg chg="modSp del mod">
        <pc:chgData name="Amul Chapla" userId="67cb84c5ed05b897" providerId="LiveId" clId="{CFA97858-C791-4DDF-B672-633B10808B25}" dt="2025-02-16T01:52:53.994" v="1064" actId="47"/>
        <pc:sldMkLst>
          <pc:docMk/>
          <pc:sldMk cId="0" sldId="311"/>
        </pc:sldMkLst>
      </pc:sldChg>
      <pc:sldChg chg="modSp mod">
        <pc:chgData name="Amul Chapla" userId="67cb84c5ed05b897" providerId="LiveId" clId="{CFA97858-C791-4DDF-B672-633B10808B25}" dt="2025-02-16T02:49:08.222" v="1235" actId="27636"/>
        <pc:sldMkLst>
          <pc:docMk/>
          <pc:sldMk cId="0" sldId="312"/>
        </pc:sldMkLst>
        <pc:spChg chg="mod">
          <ac:chgData name="Amul Chapla" userId="67cb84c5ed05b897" providerId="LiveId" clId="{CFA97858-C791-4DDF-B672-633B10808B25}" dt="2025-02-16T01:53:13.840" v="1068" actId="255"/>
          <ac:spMkLst>
            <pc:docMk/>
            <pc:sldMk cId="0" sldId="312"/>
            <ac:spMk id="82946" creationId="{00000000-0000-0000-0000-000000000000}"/>
          </ac:spMkLst>
        </pc:spChg>
        <pc:spChg chg="mod">
          <ac:chgData name="Amul Chapla" userId="67cb84c5ed05b897" providerId="LiveId" clId="{CFA97858-C791-4DDF-B672-633B10808B25}" dt="2025-02-16T02:49:08.222" v="1235" actId="27636"/>
          <ac:spMkLst>
            <pc:docMk/>
            <pc:sldMk cId="0" sldId="312"/>
            <ac:spMk id="82947" creationId="{00000000-0000-0000-0000-000000000000}"/>
          </ac:spMkLst>
        </pc:spChg>
      </pc:sldChg>
      <pc:sldChg chg="del">
        <pc:chgData name="Amul Chapla" userId="67cb84c5ed05b897" providerId="LiveId" clId="{CFA97858-C791-4DDF-B672-633B10808B25}" dt="2025-02-16T01:59:11.156" v="1117" actId="47"/>
        <pc:sldMkLst>
          <pc:docMk/>
          <pc:sldMk cId="0" sldId="313"/>
        </pc:sldMkLst>
      </pc:sldChg>
      <pc:sldChg chg="modSp del mod">
        <pc:chgData name="Amul Chapla" userId="67cb84c5ed05b897" providerId="LiveId" clId="{CFA97858-C791-4DDF-B672-633B10808B25}" dt="2025-02-16T02:08:09.905" v="1205" actId="47"/>
        <pc:sldMkLst>
          <pc:docMk/>
          <pc:sldMk cId="0" sldId="314"/>
        </pc:sldMkLst>
      </pc:sldChg>
      <pc:sldChg chg="modSp del mod">
        <pc:chgData name="Amul Chapla" userId="67cb84c5ed05b897" providerId="LiveId" clId="{CFA97858-C791-4DDF-B672-633B10808B25}" dt="2025-02-16T02:08:12.407" v="1206" actId="47"/>
        <pc:sldMkLst>
          <pc:docMk/>
          <pc:sldMk cId="0" sldId="315"/>
        </pc:sldMkLst>
      </pc:sldChg>
      <pc:sldChg chg="modSp mod">
        <pc:chgData name="Amul Chapla" userId="67cb84c5ed05b897" providerId="LiveId" clId="{CFA97858-C791-4DDF-B672-633B10808B25}" dt="2025-02-16T02:55:21.330" v="1300" actId="27636"/>
        <pc:sldMkLst>
          <pc:docMk/>
          <pc:sldMk cId="0" sldId="316"/>
        </pc:sldMkLst>
        <pc:spChg chg="mod">
          <ac:chgData name="Amul Chapla" userId="67cb84c5ed05b897" providerId="LiveId" clId="{CFA97858-C791-4DDF-B672-633B10808B25}" dt="2025-02-16T02:55:21.330" v="1300" actId="27636"/>
          <ac:spMkLst>
            <pc:docMk/>
            <pc:sldMk cId="0" sldId="316"/>
            <ac:spMk id="87042" creationId="{00000000-0000-0000-0000-000000000000}"/>
          </ac:spMkLst>
        </pc:spChg>
        <pc:spChg chg="mod">
          <ac:chgData name="Amul Chapla" userId="67cb84c5ed05b897" providerId="LiveId" clId="{CFA97858-C791-4DDF-B672-633B10808B25}" dt="2025-02-16T02:46:56.102" v="1210" actId="255"/>
          <ac:spMkLst>
            <pc:docMk/>
            <pc:sldMk cId="0" sldId="316"/>
            <ac:spMk id="87043" creationId="{00000000-0000-0000-0000-000000000000}"/>
          </ac:spMkLst>
        </pc:spChg>
      </pc:sldChg>
      <pc:sldChg chg="addSp modSp mod">
        <pc:chgData name="Amul Chapla" userId="67cb84c5ed05b897" providerId="LiveId" clId="{CFA97858-C791-4DDF-B672-633B10808B25}" dt="2025-02-16T02:56:23.625" v="1316" actId="1036"/>
        <pc:sldMkLst>
          <pc:docMk/>
          <pc:sldMk cId="0" sldId="317"/>
        </pc:sldMkLst>
        <pc:spChg chg="mod">
          <ac:chgData name="Amul Chapla" userId="67cb84c5ed05b897" providerId="LiveId" clId="{CFA97858-C791-4DDF-B672-633B10808B25}" dt="2025-02-16T02:56:23.625" v="1316" actId="1036"/>
          <ac:spMkLst>
            <pc:docMk/>
            <pc:sldMk cId="0" sldId="317"/>
            <ac:spMk id="88066" creationId="{00000000-0000-0000-0000-000000000000}"/>
          </ac:spMkLst>
        </pc:spChg>
        <pc:spChg chg="mod">
          <ac:chgData name="Amul Chapla" userId="67cb84c5ed05b897" providerId="LiveId" clId="{CFA97858-C791-4DDF-B672-633B10808B25}" dt="2025-02-16T02:51:03.356" v="1253" actId="1076"/>
          <ac:spMkLst>
            <pc:docMk/>
            <pc:sldMk cId="0" sldId="317"/>
            <ac:spMk id="88067" creationId="{00000000-0000-0000-0000-000000000000}"/>
          </ac:spMkLst>
        </pc:spChg>
        <pc:graphicFrameChg chg="add mod modGraphic">
          <ac:chgData name="Amul Chapla" userId="67cb84c5ed05b897" providerId="LiveId" clId="{CFA97858-C791-4DDF-B672-633B10808B25}" dt="2025-02-16T02:56:05.733" v="1307" actId="1076"/>
          <ac:graphicFrameMkLst>
            <pc:docMk/>
            <pc:sldMk cId="0" sldId="317"/>
            <ac:graphicFrameMk id="2" creationId="{EDCC8C66-A084-E88C-3D66-C67C22BD6EB5}"/>
          </ac:graphicFrameMkLst>
        </pc:graphicFrameChg>
      </pc:sldChg>
      <pc:sldChg chg="modSp del mod">
        <pc:chgData name="Amul Chapla" userId="67cb84c5ed05b897" providerId="LiveId" clId="{CFA97858-C791-4DDF-B672-633B10808B25}" dt="2025-02-16T02:52:49.378" v="1285" actId="47"/>
        <pc:sldMkLst>
          <pc:docMk/>
          <pc:sldMk cId="0" sldId="318"/>
        </pc:sldMkLst>
      </pc:sldChg>
      <pc:sldChg chg="del">
        <pc:chgData name="Amul Chapla" userId="67cb84c5ed05b897" providerId="LiveId" clId="{CFA97858-C791-4DDF-B672-633B10808B25}" dt="2025-02-16T02:56:45.262" v="1317" actId="47"/>
        <pc:sldMkLst>
          <pc:docMk/>
          <pc:sldMk cId="0" sldId="319"/>
        </pc:sldMkLst>
      </pc:sldChg>
      <pc:sldChg chg="modSp mod">
        <pc:chgData name="Amul Chapla" userId="67cb84c5ed05b897" providerId="LiveId" clId="{CFA97858-C791-4DDF-B672-633B10808B25}" dt="2025-02-16T03:06:31.536" v="1445" actId="6549"/>
        <pc:sldMkLst>
          <pc:docMk/>
          <pc:sldMk cId="0" sldId="320"/>
        </pc:sldMkLst>
        <pc:spChg chg="mod">
          <ac:chgData name="Amul Chapla" userId="67cb84c5ed05b897" providerId="LiveId" clId="{CFA97858-C791-4DDF-B672-633B10808B25}" dt="2025-02-16T03:06:31.536" v="1445" actId="6549"/>
          <ac:spMkLst>
            <pc:docMk/>
            <pc:sldMk cId="0" sldId="320"/>
            <ac:spMk id="94210" creationId="{00000000-0000-0000-0000-000000000000}"/>
          </ac:spMkLst>
        </pc:spChg>
        <pc:spChg chg="mod">
          <ac:chgData name="Amul Chapla" userId="67cb84c5ed05b897" providerId="LiveId" clId="{CFA97858-C791-4DDF-B672-633B10808B25}" dt="2025-02-16T02:57:25.121" v="1322" actId="14100"/>
          <ac:spMkLst>
            <pc:docMk/>
            <pc:sldMk cId="0" sldId="320"/>
            <ac:spMk id="94211" creationId="{00000000-0000-0000-0000-000000000000}"/>
          </ac:spMkLst>
        </pc:spChg>
      </pc:sldChg>
      <pc:sldChg chg="del">
        <pc:chgData name="Amul Chapla" userId="67cb84c5ed05b897" providerId="LiveId" clId="{CFA97858-C791-4DDF-B672-633B10808B25}" dt="2025-02-16T03:02:01.599" v="1398" actId="47"/>
        <pc:sldMkLst>
          <pc:docMk/>
          <pc:sldMk cId="0" sldId="321"/>
        </pc:sldMkLst>
      </pc:sldChg>
      <pc:sldChg chg="modSp del mod">
        <pc:chgData name="Amul Chapla" userId="67cb84c5ed05b897" providerId="LiveId" clId="{CFA97858-C791-4DDF-B672-633B10808B25}" dt="2025-02-16T03:06:47.315" v="1446" actId="47"/>
        <pc:sldMkLst>
          <pc:docMk/>
          <pc:sldMk cId="0" sldId="322"/>
        </pc:sldMkLst>
      </pc:sldChg>
      <pc:sldChg chg="del">
        <pc:chgData name="Amul Chapla" userId="67cb84c5ed05b897" providerId="LiveId" clId="{CFA97858-C791-4DDF-B672-633B10808B25}" dt="2025-02-16T03:06:58.154" v="1447" actId="47"/>
        <pc:sldMkLst>
          <pc:docMk/>
          <pc:sldMk cId="0" sldId="323"/>
        </pc:sldMkLst>
      </pc:sldChg>
      <pc:sldChg chg="del">
        <pc:chgData name="Amul Chapla" userId="67cb84c5ed05b897" providerId="LiveId" clId="{CFA97858-C791-4DDF-B672-633B10808B25}" dt="2025-02-16T01:55:50.031" v="1082" actId="47"/>
        <pc:sldMkLst>
          <pc:docMk/>
          <pc:sldMk cId="0" sldId="324"/>
        </pc:sldMkLst>
      </pc:sldChg>
      <pc:sldChg chg="modSp del mod">
        <pc:chgData name="Amul Chapla" userId="67cb84c5ed05b897" providerId="LiveId" clId="{CFA97858-C791-4DDF-B672-633B10808B25}" dt="2025-02-16T01:55:29.876" v="1081" actId="47"/>
        <pc:sldMkLst>
          <pc:docMk/>
          <pc:sldMk cId="0" sldId="325"/>
        </pc:sldMkLst>
      </pc:sldChg>
      <pc:sldChg chg="addSp modSp add del mod modTransition">
        <pc:chgData name="Amul Chapla" userId="67cb84c5ed05b897" providerId="LiveId" clId="{CFA97858-C791-4DDF-B672-633B10808B25}" dt="2025-02-16T01:28:19.922" v="783" actId="47"/>
        <pc:sldMkLst>
          <pc:docMk/>
          <pc:sldMk cId="2958735511" sldId="326"/>
        </pc:sldMkLst>
      </pc:sldChg>
      <pc:sldChg chg="addSp delSp modSp add del mod modTransition">
        <pc:chgData name="Amul Chapla" userId="67cb84c5ed05b897" providerId="LiveId" clId="{CFA97858-C791-4DDF-B672-633B10808B25}" dt="2025-02-16T01:36:02.848" v="908" actId="47"/>
        <pc:sldMkLst>
          <pc:docMk/>
          <pc:sldMk cId="2320645782" sldId="327"/>
        </pc:sldMkLst>
      </pc:sldChg>
      <pc:sldChg chg="addSp modSp new">
        <pc:chgData name="Amul Chapla" userId="67cb84c5ed05b897" providerId="LiveId" clId="{CFA97858-C791-4DDF-B672-633B10808B25}" dt="2025-02-16T01:35:21.537" v="907"/>
        <pc:sldMkLst>
          <pc:docMk/>
          <pc:sldMk cId="1349641271" sldId="328"/>
        </pc:sldMkLst>
        <pc:spChg chg="add mod">
          <ac:chgData name="Amul Chapla" userId="67cb84c5ed05b897" providerId="LiveId" clId="{CFA97858-C791-4DDF-B672-633B10808B25}" dt="2025-02-16T01:35:21.537" v="907"/>
          <ac:spMkLst>
            <pc:docMk/>
            <pc:sldMk cId="1349641271" sldId="328"/>
            <ac:spMk id="4" creationId="{87A0FE73-4AFB-2166-1AF7-641260CDE3DD}"/>
          </ac:spMkLst>
        </pc:spChg>
        <pc:spChg chg="add mod">
          <ac:chgData name="Amul Chapla" userId="67cb84c5ed05b897" providerId="LiveId" clId="{CFA97858-C791-4DDF-B672-633B10808B25}" dt="2025-02-16T01:35:21.537" v="907"/>
          <ac:spMkLst>
            <pc:docMk/>
            <pc:sldMk cId="1349641271" sldId="328"/>
            <ac:spMk id="5" creationId="{23F4D359-1B85-078B-F6DE-264B2B70CC30}"/>
          </ac:spMkLst>
        </pc:spChg>
        <pc:spChg chg="add mod">
          <ac:chgData name="Amul Chapla" userId="67cb84c5ed05b897" providerId="LiveId" clId="{CFA97858-C791-4DDF-B672-633B10808B25}" dt="2025-02-16T01:35:21.537" v="907"/>
          <ac:spMkLst>
            <pc:docMk/>
            <pc:sldMk cId="1349641271" sldId="328"/>
            <ac:spMk id="6" creationId="{9B4B65F5-E65F-96DD-66E8-785992872F98}"/>
          </ac:spMkLst>
        </pc:spChg>
        <pc:spChg chg="add mod">
          <ac:chgData name="Amul Chapla" userId="67cb84c5ed05b897" providerId="LiveId" clId="{CFA97858-C791-4DDF-B672-633B10808B25}" dt="2025-02-16T01:35:21.537" v="907"/>
          <ac:spMkLst>
            <pc:docMk/>
            <pc:sldMk cId="1349641271" sldId="328"/>
            <ac:spMk id="8" creationId="{9D4EAA2A-DCE1-68AA-EE94-94A5C4040CE0}"/>
          </ac:spMkLst>
        </pc:spChg>
        <pc:picChg chg="add mod">
          <ac:chgData name="Amul Chapla" userId="67cb84c5ed05b897" providerId="LiveId" clId="{CFA97858-C791-4DDF-B672-633B10808B25}" dt="2025-02-16T01:35:21.537" v="907"/>
          <ac:picMkLst>
            <pc:docMk/>
            <pc:sldMk cId="1349641271" sldId="328"/>
            <ac:picMk id="7" creationId="{073F7C57-279E-D23E-AA3D-5F64FB06D21A}"/>
          </ac:picMkLst>
        </pc:picChg>
        <pc:picChg chg="add mod">
          <ac:chgData name="Amul Chapla" userId="67cb84c5ed05b897" providerId="LiveId" clId="{CFA97858-C791-4DDF-B672-633B10808B25}" dt="2025-02-16T01:35:21.537" v="907"/>
          <ac:picMkLst>
            <pc:docMk/>
            <pc:sldMk cId="1349641271" sldId="328"/>
            <ac:picMk id="9" creationId="{73CA7B81-5E97-ED26-87C8-674E680D3316}"/>
          </ac:picMkLst>
        </pc:picChg>
      </pc:sldChg>
      <pc:sldChg chg="addSp delSp modSp new del mod">
        <pc:chgData name="Amul Chapla" userId="67cb84c5ed05b897" providerId="LiveId" clId="{CFA97858-C791-4DDF-B672-633B10808B25}" dt="2025-02-16T01:36:52.270" v="915" actId="47"/>
        <pc:sldMkLst>
          <pc:docMk/>
          <pc:sldMk cId="3606511581" sldId="329"/>
        </pc:sldMkLst>
      </pc:sldChg>
      <pc:sldChg chg="modSp add mod">
        <pc:chgData name="Amul Chapla" userId="67cb84c5ed05b897" providerId="LiveId" clId="{CFA97858-C791-4DDF-B672-633B10808B25}" dt="2025-02-16T03:28:03.901" v="1621" actId="15"/>
        <pc:sldMkLst>
          <pc:docMk/>
          <pc:sldMk cId="4003578215" sldId="329"/>
        </pc:sldMkLst>
        <pc:spChg chg="mod">
          <ac:chgData name="Amul Chapla" userId="67cb84c5ed05b897" providerId="LiveId" clId="{CFA97858-C791-4DDF-B672-633B10808B25}" dt="2025-02-16T03:27:24.013" v="1611" actId="20577"/>
          <ac:spMkLst>
            <pc:docMk/>
            <pc:sldMk cId="4003578215" sldId="329"/>
            <ac:spMk id="2" creationId="{BBC2BFE7-2881-8CFC-BF99-A3E12491B776}"/>
          </ac:spMkLst>
        </pc:spChg>
        <pc:spChg chg="mod">
          <ac:chgData name="Amul Chapla" userId="67cb84c5ed05b897" providerId="LiveId" clId="{CFA97858-C791-4DDF-B672-633B10808B25}" dt="2025-02-16T03:28:03.901" v="1621" actId="15"/>
          <ac:spMkLst>
            <pc:docMk/>
            <pc:sldMk cId="4003578215" sldId="329"/>
            <ac:spMk id="3" creationId="{758348B9-2F18-9616-13B4-32172984307B}"/>
          </ac:spMkLst>
        </pc:spChg>
      </pc:sldChg>
      <pc:sldChg chg="add">
        <pc:chgData name="Amul Chapla" userId="67cb84c5ed05b897" providerId="LiveId" clId="{CFA97858-C791-4DDF-B672-633B10808B25}" dt="2025-02-20T23:16:57.278" v="1696" actId="2890"/>
        <pc:sldMkLst>
          <pc:docMk/>
          <pc:sldMk cId="1277553685" sldId="330"/>
        </pc:sldMkLst>
      </pc:sldChg>
      <pc:sldChg chg="addSp modSp mod setBg">
        <pc:chgData name="Amul Chapla" userId="67cb84c5ed05b897" providerId="LiveId" clId="{CFA97858-C791-4DDF-B672-633B10808B25}" dt="2025-02-20T23:18:31.585" v="1737" actId="20577"/>
        <pc:sldMkLst>
          <pc:docMk/>
          <pc:sldMk cId="0" sldId="331"/>
        </pc:sldMkLst>
        <pc:spChg chg="mod">
          <ac:chgData name="Amul Chapla" userId="67cb84c5ed05b897" providerId="LiveId" clId="{CFA97858-C791-4DDF-B672-633B10808B25}" dt="2025-02-20T23:17:53.312" v="1720" actId="26606"/>
          <ac:spMkLst>
            <pc:docMk/>
            <pc:sldMk cId="0" sldId="331"/>
            <ac:spMk id="112" creationId="{00000000-0000-0000-0000-000000000000}"/>
          </ac:spMkLst>
        </pc:spChg>
        <pc:spChg chg="mod">
          <ac:chgData name="Amul Chapla" userId="67cb84c5ed05b897" providerId="LiveId" clId="{CFA97858-C791-4DDF-B672-633B10808B25}" dt="2025-02-20T23:18:31.585" v="1737" actId="20577"/>
          <ac:spMkLst>
            <pc:docMk/>
            <pc:sldMk cId="0" sldId="331"/>
            <ac:spMk id="113" creationId="{00000000-0000-0000-0000-000000000000}"/>
          </ac:spMkLst>
        </pc:spChg>
        <pc:spChg chg="add">
          <ac:chgData name="Amul Chapla" userId="67cb84c5ed05b897" providerId="LiveId" clId="{CFA97858-C791-4DDF-B672-633B10808B25}" dt="2025-02-20T23:17:53.312" v="1720" actId="26606"/>
          <ac:spMkLst>
            <pc:docMk/>
            <pc:sldMk cId="0" sldId="331"/>
            <ac:spMk id="119" creationId="{C0763A76-9F1C-4FC5-82B7-DD475DA461B2}"/>
          </ac:spMkLst>
        </pc:spChg>
        <pc:spChg chg="add">
          <ac:chgData name="Amul Chapla" userId="67cb84c5ed05b897" providerId="LiveId" clId="{CFA97858-C791-4DDF-B672-633B10808B25}" dt="2025-02-20T23:17:53.312" v="1720" actId="26606"/>
          <ac:spMkLst>
            <pc:docMk/>
            <pc:sldMk cId="0" sldId="331"/>
            <ac:spMk id="121" creationId="{E81BF4F6-F2CF-4984-9D14-D6966D92F99F}"/>
          </ac:spMkLst>
        </pc:spChg>
        <pc:picChg chg="add">
          <ac:chgData name="Amul Chapla" userId="67cb84c5ed05b897" providerId="LiveId" clId="{CFA97858-C791-4DDF-B672-633B10808B25}" dt="2025-02-20T23:17:53.312" v="1720" actId="26606"/>
          <ac:picMkLst>
            <pc:docMk/>
            <pc:sldMk cId="0" sldId="331"/>
            <ac:picMk id="115" creationId="{E58D7F74-6044-C521-7AD2-FA0A3BA8958B}"/>
          </ac:picMkLst>
        </pc:picChg>
      </pc:sldChg>
      <pc:sldChg chg="modSp mod">
        <pc:chgData name="Amul Chapla" userId="67cb84c5ed05b897" providerId="LiveId" clId="{CFA97858-C791-4DDF-B672-633B10808B25}" dt="2025-02-20T23:20:48.986" v="1747" actId="1076"/>
        <pc:sldMkLst>
          <pc:docMk/>
          <pc:sldMk cId="0" sldId="332"/>
        </pc:sldMkLst>
        <pc:spChg chg="mod">
          <ac:chgData name="Amul Chapla" userId="67cb84c5ed05b897" providerId="LiveId" clId="{CFA97858-C791-4DDF-B672-633B10808B25}" dt="2025-02-20T23:19:42.628" v="1743" actId="6549"/>
          <ac:spMkLst>
            <pc:docMk/>
            <pc:sldMk cId="0" sldId="332"/>
            <ac:spMk id="119" creationId="{00000000-0000-0000-0000-000000000000}"/>
          </ac:spMkLst>
        </pc:spChg>
        <pc:picChg chg="mod">
          <ac:chgData name="Amul Chapla" userId="67cb84c5ed05b897" providerId="LiveId" clId="{CFA97858-C791-4DDF-B672-633B10808B25}" dt="2025-02-20T23:20:48.986" v="1747" actId="1076"/>
          <ac:picMkLst>
            <pc:docMk/>
            <pc:sldMk cId="0" sldId="332"/>
            <ac:picMk id="120" creationId="{00000000-0000-0000-0000-000000000000}"/>
          </ac:picMkLst>
        </pc:picChg>
      </pc:sldChg>
      <pc:sldChg chg="modSp mod">
        <pc:chgData name="Amul Chapla" userId="67cb84c5ed05b897" providerId="LiveId" clId="{CFA97858-C791-4DDF-B672-633B10808B25}" dt="2025-02-20T23:27:20.100" v="1775" actId="1076"/>
        <pc:sldMkLst>
          <pc:docMk/>
          <pc:sldMk cId="0" sldId="333"/>
        </pc:sldMkLst>
        <pc:spChg chg="mod">
          <ac:chgData name="Amul Chapla" userId="67cb84c5ed05b897" providerId="LiveId" clId="{CFA97858-C791-4DDF-B672-633B10808B25}" dt="2025-02-20T23:27:20.100" v="1775" actId="1076"/>
          <ac:spMkLst>
            <pc:docMk/>
            <pc:sldMk cId="0" sldId="333"/>
            <ac:spMk id="166" creationId="{00000000-0000-0000-0000-000000000000}"/>
          </ac:spMkLst>
        </pc:spChg>
        <pc:spChg chg="mod">
          <ac:chgData name="Amul Chapla" userId="67cb84c5ed05b897" providerId="LiveId" clId="{CFA97858-C791-4DDF-B672-633B10808B25}" dt="2025-02-20T23:27:16.684" v="1774" actId="14100"/>
          <ac:spMkLst>
            <pc:docMk/>
            <pc:sldMk cId="0" sldId="333"/>
            <ac:spMk id="167" creationId="{00000000-0000-0000-0000-000000000000}"/>
          </ac:spMkLst>
        </pc:spChg>
      </pc:sldChg>
      <pc:sldChg chg="addSp modSp mod">
        <pc:chgData name="Amul Chapla" userId="67cb84c5ed05b897" providerId="LiveId" clId="{CFA97858-C791-4DDF-B672-633B10808B25}" dt="2025-02-23T19:59:53.832" v="1846" actId="1076"/>
        <pc:sldMkLst>
          <pc:docMk/>
          <pc:sldMk cId="0" sldId="334"/>
        </pc:sldMkLst>
        <pc:spChg chg="add mod">
          <ac:chgData name="Amul Chapla" userId="67cb84c5ed05b897" providerId="LiveId" clId="{CFA97858-C791-4DDF-B672-633B10808B25}" dt="2025-02-23T19:59:53.832" v="1846" actId="1076"/>
          <ac:spMkLst>
            <pc:docMk/>
            <pc:sldMk cId="0" sldId="334"/>
            <ac:spMk id="3" creationId="{C85C0AC1-5ADD-11A4-CCDE-82B37AD80C0C}"/>
          </ac:spMkLst>
        </pc:spChg>
        <pc:spChg chg="mod">
          <ac:chgData name="Amul Chapla" userId="67cb84c5ed05b897" providerId="LiveId" clId="{CFA97858-C791-4DDF-B672-633B10808B25}" dt="2025-02-23T19:58:14.687" v="1812" actId="1076"/>
          <ac:spMkLst>
            <pc:docMk/>
            <pc:sldMk cId="0" sldId="334"/>
            <ac:spMk id="172" creationId="{00000000-0000-0000-0000-000000000000}"/>
          </ac:spMkLst>
        </pc:spChg>
        <pc:spChg chg="mod">
          <ac:chgData name="Amul Chapla" userId="67cb84c5ed05b897" providerId="LiveId" clId="{CFA97858-C791-4DDF-B672-633B10808B25}" dt="2025-02-23T19:58:25.163" v="1815" actId="1076"/>
          <ac:spMkLst>
            <pc:docMk/>
            <pc:sldMk cId="0" sldId="334"/>
            <ac:spMk id="173" creationId="{00000000-0000-0000-0000-000000000000}"/>
          </ac:spMkLst>
        </pc:spChg>
      </pc:sldChg>
      <pc:sldMasterChg chg="modSp mod delSldLayout">
        <pc:chgData name="Amul Chapla" userId="67cb84c5ed05b897" providerId="LiveId" clId="{CFA97858-C791-4DDF-B672-633B10808B25}" dt="2025-02-16T02:56:45.262" v="1317" actId="47"/>
        <pc:sldMasterMkLst>
          <pc:docMk/>
          <pc:sldMasterMk cId="3787006668" sldId="2147483648"/>
        </pc:sldMasterMkLst>
        <pc:spChg chg="mod">
          <ac:chgData name="Amul Chapla" userId="67cb84c5ed05b897" providerId="LiveId" clId="{CFA97858-C791-4DDF-B672-633B10808B25}" dt="2025-02-16T01:03:21.088" v="585" actId="14100"/>
          <ac:spMkLst>
            <pc:docMk/>
            <pc:sldMasterMk cId="3787006668" sldId="2147483648"/>
            <ac:spMk id="2" creationId="{3568D7E0-E302-9DAC-F89E-B0DACF1E1C26}"/>
          </ac:spMkLst>
        </pc:spChg>
        <pc:spChg chg="mod">
          <ac:chgData name="Amul Chapla" userId="67cb84c5ed05b897" providerId="LiveId" clId="{CFA97858-C791-4DDF-B672-633B10808B25}" dt="2025-02-16T01:01:32.548" v="582" actId="404"/>
          <ac:spMkLst>
            <pc:docMk/>
            <pc:sldMasterMk cId="3787006668" sldId="2147483648"/>
            <ac:spMk id="3" creationId="{A54C8582-B2AC-09B1-4103-33E722CF368C}"/>
          </ac:spMkLst>
        </pc:spChg>
        <pc:sldLayoutChg chg="del">
          <pc:chgData name="Amul Chapla" userId="67cb84c5ed05b897" providerId="LiveId" clId="{CFA97858-C791-4DDF-B672-633B10808B25}" dt="2025-02-16T02:56:45.262" v="1317" actId="47"/>
          <pc:sldLayoutMkLst>
            <pc:docMk/>
            <pc:sldMasterMk cId="3787006668" sldId="2147483648"/>
            <pc:sldLayoutMk cId="1743415522"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E2FF08-7EF9-4389-B838-B08042D7B052}" type="datetimeFigureOut">
              <a:rPr lang="en-US" smtClean="0"/>
              <a:t>4/16/2025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13B713-0A3C-4A33-857C-BD466758368D}" type="slidenum">
              <a:rPr lang="en-US" smtClean="0"/>
              <a:t>‹#›</a:t>
            </a:fld>
            <a:endParaRPr lang="en-US"/>
          </a:p>
        </p:txBody>
      </p:sp>
    </p:spTree>
    <p:extLst>
      <p:ext uri="{BB962C8B-B14F-4D97-AF65-F5344CB8AC3E}">
        <p14:creationId xmlns:p14="http://schemas.microsoft.com/office/powerpoint/2010/main" val="3566426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fad57a9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fad57a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fad57a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fad57a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fad57a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fad57a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13B713-0A3C-4A33-857C-BD466758368D}" type="slidenum">
              <a:rPr lang="en-US" smtClean="0"/>
              <a:t>9</a:t>
            </a:fld>
            <a:endParaRPr lang="en-US"/>
          </a:p>
        </p:txBody>
      </p:sp>
    </p:spTree>
    <p:extLst>
      <p:ext uri="{BB962C8B-B14F-4D97-AF65-F5344CB8AC3E}">
        <p14:creationId xmlns:p14="http://schemas.microsoft.com/office/powerpoint/2010/main" val="3856107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fad57a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fad57a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fad57a9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fad57a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4b875985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4b875985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0d620e6cf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0d620e6cf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fad57a9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fad57a9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latin typeface="Aptos" panose="020B0004020202020204" pitchFamily="34" charset="0"/>
                <a:cs typeface="Times New Roman" pitchFamily="18" charset="0"/>
              </a:rPr>
              <a:t>. IDs (#) are  unique and can only be used  once on the page.</a:t>
            </a:r>
          </a:p>
          <a:p>
            <a:r>
              <a:rPr lang="en-US" i="1" dirty="0">
                <a:latin typeface="Aptos" panose="020B0004020202020204" pitchFamily="34" charset="0"/>
                <a:cs typeface="Times New Roman" pitchFamily="18" charset="0"/>
              </a:rPr>
              <a:t>. Classes ( . )  can be used as many times needed.</a:t>
            </a:r>
            <a:endParaRPr lang="en-US" dirty="0"/>
          </a:p>
        </p:txBody>
      </p:sp>
      <p:sp>
        <p:nvSpPr>
          <p:cNvPr id="4" name="Slide Number Placeholder 3"/>
          <p:cNvSpPr>
            <a:spLocks noGrp="1"/>
          </p:cNvSpPr>
          <p:nvPr>
            <p:ph type="sldNum" sz="quarter" idx="5"/>
          </p:nvPr>
        </p:nvSpPr>
        <p:spPr/>
        <p:txBody>
          <a:bodyPr/>
          <a:lstStyle/>
          <a:p>
            <a:fld id="{1413B713-0A3C-4A33-857C-BD466758368D}" type="slidenum">
              <a:rPr lang="en-US" smtClean="0"/>
              <a:t>27</a:t>
            </a:fld>
            <a:endParaRPr lang="en-US"/>
          </a:p>
        </p:txBody>
      </p:sp>
    </p:spTree>
    <p:extLst>
      <p:ext uri="{BB962C8B-B14F-4D97-AF65-F5344CB8AC3E}">
        <p14:creationId xmlns:p14="http://schemas.microsoft.com/office/powerpoint/2010/main" val="2825382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fad57a9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fad57a9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b4fc59afa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b4fc59af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b4fc59afa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b4fc59afa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b4ac0b065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b4ac0b065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8e9105e78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8e9105e7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76136db419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76136db419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E8998-F666-DB83-A395-C9C7CA2AB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0C93D9-AC51-9061-7038-04091E7F9B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32C04A-4619-B346-BF2D-D1AE7C0AFEEC}"/>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5" name="Footer Placeholder 4">
            <a:extLst>
              <a:ext uri="{FF2B5EF4-FFF2-40B4-BE49-F238E27FC236}">
                <a16:creationId xmlns:a16="http://schemas.microsoft.com/office/drawing/2014/main" id="{B3CA1118-5815-2134-F604-0E56C0DAA3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BB850-706B-20B6-B31C-8DC2D96964B1}"/>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510335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3B5D0-2BC6-CA1A-B246-AB65553503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111CD6-2BA6-A89E-4BA3-70042799C0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1FF655-5E01-5226-83AA-479CB6531862}"/>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5" name="Footer Placeholder 4">
            <a:extLst>
              <a:ext uri="{FF2B5EF4-FFF2-40B4-BE49-F238E27FC236}">
                <a16:creationId xmlns:a16="http://schemas.microsoft.com/office/drawing/2014/main" id="{043D8334-0A3A-E362-83EF-2400457D3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228EB-4B7F-DF9A-338E-E8E0D21751F5}"/>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1870392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6AC1-631A-2B70-6666-64248C06B0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AFA3C6-6753-961E-AE60-AD584DD94A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D05890-0F9F-7667-E697-0468A7FA0BCB}"/>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5" name="Footer Placeholder 4">
            <a:extLst>
              <a:ext uri="{FF2B5EF4-FFF2-40B4-BE49-F238E27FC236}">
                <a16:creationId xmlns:a16="http://schemas.microsoft.com/office/drawing/2014/main" id="{65C3F667-E539-ACEB-B0F5-101C8945E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331650-5A93-66FA-95D2-984AE15C85F1}"/>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3911326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09B80-A1D3-0CE7-27CA-9F73C409D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30036E-C676-D57A-44D5-E1DA346F1E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639F38-6DEF-A432-57A2-C330ACDECD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672A50-7F12-D03D-2F08-85683AB3B137}"/>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6" name="Footer Placeholder 5">
            <a:extLst>
              <a:ext uri="{FF2B5EF4-FFF2-40B4-BE49-F238E27FC236}">
                <a16:creationId xmlns:a16="http://schemas.microsoft.com/office/drawing/2014/main" id="{37A2C1FF-6E08-33EB-9444-713D359E1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D157F6-EDA3-352B-0090-30454E8515A5}"/>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732130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67F1A-3E22-4969-9DAB-AC5768DDBD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20DCA3-D051-156C-757F-7683E8815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147CF8-B132-58DF-F11F-43C6B87147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D92604-8AE9-B5E9-6993-F101D4D380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8B0450-0530-17BA-C60B-F5B5C3EDE5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C763F6-0233-9C0F-79B9-76C79C69ECA0}"/>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8" name="Footer Placeholder 7">
            <a:extLst>
              <a:ext uri="{FF2B5EF4-FFF2-40B4-BE49-F238E27FC236}">
                <a16:creationId xmlns:a16="http://schemas.microsoft.com/office/drawing/2014/main" id="{F76ADF2E-E180-122E-F8F9-603F498BC8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1AF381-9641-065D-8226-AB4779C3BCAF}"/>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3179504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3CCA-3F0F-A242-8A83-E37C272412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0CD93F-DD8E-C5E6-B0FE-275D12EAECFA}"/>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4" name="Footer Placeholder 3">
            <a:extLst>
              <a:ext uri="{FF2B5EF4-FFF2-40B4-BE49-F238E27FC236}">
                <a16:creationId xmlns:a16="http://schemas.microsoft.com/office/drawing/2014/main" id="{2E4D6493-F837-B82E-49B8-8B32836B18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3C18DD-2AEF-D7D5-FE41-D6531566012E}"/>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928439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385B28-BE03-6D15-4143-2DB3564AD3E3}"/>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3" name="Footer Placeholder 2">
            <a:extLst>
              <a:ext uri="{FF2B5EF4-FFF2-40B4-BE49-F238E27FC236}">
                <a16:creationId xmlns:a16="http://schemas.microsoft.com/office/drawing/2014/main" id="{74354671-A3E4-8E55-787B-72BA9AFD63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4DFA66-2B02-1AF8-D6D0-9D2A2A4A2381}"/>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776450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9312-D1BE-D507-F141-B9EF3406E0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2029CA-AF98-9C32-669D-D884BAD50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FE272E-0AC4-2F12-93EA-5EE91F3DD2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D51893-6F3D-26BA-FAEC-52A6A9EF906B}"/>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6" name="Footer Placeholder 5">
            <a:extLst>
              <a:ext uri="{FF2B5EF4-FFF2-40B4-BE49-F238E27FC236}">
                <a16:creationId xmlns:a16="http://schemas.microsoft.com/office/drawing/2014/main" id="{67021419-4AE6-8477-0B70-5C4CA4609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E4A4AD-648A-6F6D-4A90-7F5DBD48B1DD}"/>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1101765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A79E3-DCAF-7BE3-5A89-D2B50B24D2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665F5C-4375-17D0-77F0-690CA35779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7651B0-A0D0-8AB4-978C-C5B057543C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A0C48E-74A3-A755-C487-0EF45B013CE2}"/>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6" name="Footer Placeholder 5">
            <a:extLst>
              <a:ext uri="{FF2B5EF4-FFF2-40B4-BE49-F238E27FC236}">
                <a16:creationId xmlns:a16="http://schemas.microsoft.com/office/drawing/2014/main" id="{241C0470-CB58-EC6E-FB92-2943CCA806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F40578-0B97-2153-67BE-1B5CB2BE4D12}"/>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2076231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BE13B-A16F-E9C6-BB3A-DBD4DB4D73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DB5B40-BEE3-F1B9-28C6-A8BC2D2E0D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6FB4F9-87B5-0A33-8F30-7B32F414EC8C}"/>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5" name="Footer Placeholder 4">
            <a:extLst>
              <a:ext uri="{FF2B5EF4-FFF2-40B4-BE49-F238E27FC236}">
                <a16:creationId xmlns:a16="http://schemas.microsoft.com/office/drawing/2014/main" id="{F606D7BD-F0F2-1192-DFF2-2B3AAAE24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0131A1-CC2F-8D8F-E0A0-39BB6B84EC83}"/>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925163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A9C3EF-3017-1A14-DD7F-F151EB233F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692E9C-6A5C-9770-E56F-640EFA2756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611B3-44D8-591C-FDAF-31F0BC13F59E}"/>
              </a:ext>
            </a:extLst>
          </p:cNvPr>
          <p:cNvSpPr>
            <a:spLocks noGrp="1"/>
          </p:cNvSpPr>
          <p:nvPr>
            <p:ph type="dt" sz="half" idx="10"/>
          </p:nvPr>
        </p:nvSpPr>
        <p:spPr/>
        <p:txBody>
          <a:bodyPr/>
          <a:lstStyle/>
          <a:p>
            <a:fld id="{1B666CCB-B0F1-407F-B509-A276A186A1F7}" type="datetimeFigureOut">
              <a:rPr lang="en-US" smtClean="0"/>
              <a:t>4/16/2025</a:t>
            </a:fld>
            <a:endParaRPr lang="en-US"/>
          </a:p>
        </p:txBody>
      </p:sp>
      <p:sp>
        <p:nvSpPr>
          <p:cNvPr id="5" name="Footer Placeholder 4">
            <a:extLst>
              <a:ext uri="{FF2B5EF4-FFF2-40B4-BE49-F238E27FC236}">
                <a16:creationId xmlns:a16="http://schemas.microsoft.com/office/drawing/2014/main" id="{71BA8CE4-6048-B149-D7D8-7342A4A73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AF2D23-B973-60F0-A513-64A9B09A0CDE}"/>
              </a:ext>
            </a:extLst>
          </p:cNvPr>
          <p:cNvSpPr>
            <a:spLocks noGrp="1"/>
          </p:cNvSpPr>
          <p:nvPr>
            <p:ph type="sldNum" sz="quarter" idx="12"/>
          </p:nvPr>
        </p:nvSpPr>
        <p:spPr/>
        <p:txBody>
          <a:bodyPr/>
          <a:lstStyle/>
          <a:p>
            <a:fld id="{8A6F2C0F-77ED-4CAD-A58C-0DA35BA3A10D}" type="slidenum">
              <a:rPr lang="en-US" smtClean="0"/>
              <a:t>‹#›</a:t>
            </a:fld>
            <a:endParaRPr lang="en-US"/>
          </a:p>
        </p:txBody>
      </p:sp>
    </p:spTree>
    <p:extLst>
      <p:ext uri="{BB962C8B-B14F-4D97-AF65-F5344CB8AC3E}">
        <p14:creationId xmlns:p14="http://schemas.microsoft.com/office/powerpoint/2010/main" val="402842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328338"/>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4338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68D7E0-E302-9DAC-F89E-B0DACF1E1C26}"/>
              </a:ext>
            </a:extLst>
          </p:cNvPr>
          <p:cNvSpPr>
            <a:spLocks noGrp="1"/>
          </p:cNvSpPr>
          <p:nvPr>
            <p:ph type="title"/>
          </p:nvPr>
        </p:nvSpPr>
        <p:spPr>
          <a:xfrm>
            <a:off x="838200" y="161471"/>
            <a:ext cx="10515600" cy="95523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4C8582-B2AC-09B1-4103-33E722CF368C}"/>
              </a:ext>
            </a:extLst>
          </p:cNvPr>
          <p:cNvSpPr>
            <a:spLocks noGrp="1"/>
          </p:cNvSpPr>
          <p:nvPr>
            <p:ph type="body" idx="1"/>
          </p:nvPr>
        </p:nvSpPr>
        <p:spPr>
          <a:xfrm>
            <a:off x="838200" y="1477736"/>
            <a:ext cx="10515600" cy="469922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B1B8509-AC67-ACD4-C459-B2240C5BF7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666CCB-B0F1-407F-B509-A276A186A1F7}" type="datetimeFigureOut">
              <a:rPr lang="en-US" smtClean="0"/>
              <a:t>4/16/2025</a:t>
            </a:fld>
            <a:endParaRPr lang="en-US"/>
          </a:p>
        </p:txBody>
      </p:sp>
      <p:sp>
        <p:nvSpPr>
          <p:cNvPr id="5" name="Footer Placeholder 4">
            <a:extLst>
              <a:ext uri="{FF2B5EF4-FFF2-40B4-BE49-F238E27FC236}">
                <a16:creationId xmlns:a16="http://schemas.microsoft.com/office/drawing/2014/main" id="{7513D960-C8BF-1ABA-125A-B54C6D32C7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D6642E-BE3C-1A6E-78D8-D2B829B445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6F2C0F-77ED-4CAD-A58C-0DA35BA3A10D}" type="slidenum">
              <a:rPr lang="en-US" smtClean="0"/>
              <a:t>‹#›</a:t>
            </a:fld>
            <a:endParaRPr lang="en-US"/>
          </a:p>
        </p:txBody>
      </p:sp>
    </p:spTree>
    <p:extLst>
      <p:ext uri="{BB962C8B-B14F-4D97-AF65-F5344CB8AC3E}">
        <p14:creationId xmlns:p14="http://schemas.microsoft.com/office/powerpoint/2010/main" val="3787006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jpeg"/><Relationship Id="rId5" Type="http://schemas.openxmlformats.org/officeDocument/2006/relationships/hyperlink" Target="https://www.sublimetext.com/" TargetMode="External"/><Relationship Id="rId4" Type="http://schemas.openxmlformats.org/officeDocument/2006/relationships/hyperlink" Target="https://notepad-plus-plus.org/download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www.w3schools.com/css/css_colors.asp"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hyperlink" Target="https://developer.mozilla.org/en-US/docs/Web/CSS/display"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hyperlink" Target="https://developer.mozilla.org/es/docs/Web/CSS/float"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hyperlink" Target="https://developer.mozilla.org/en-US/docs/Web/CSS/CSS_flexible_box_layout/Basic_concepts_of_flexbox"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WU PPT Wide Opt 1 - No Wordmark_Cover.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2" name="Title 1"/>
          <p:cNvSpPr>
            <a:spLocks noGrp="1"/>
          </p:cNvSpPr>
          <p:nvPr>
            <p:ph type="ctrTitle"/>
          </p:nvPr>
        </p:nvSpPr>
        <p:spPr>
          <a:xfrm>
            <a:off x="1490481" y="1441640"/>
            <a:ext cx="10546071" cy="1470025"/>
          </a:xfrm>
        </p:spPr>
        <p:txBody>
          <a:bodyPr>
            <a:normAutofit fontScale="90000"/>
          </a:bodyPr>
          <a:lstStyle/>
          <a:p>
            <a:pPr algn="l"/>
            <a:r>
              <a:rPr lang="en-US" altLang="en-US" b="1" dirty="0">
                <a:solidFill>
                  <a:schemeClr val="tx1"/>
                </a:solidFill>
              </a:rPr>
              <a:t>Introduction to Web Development</a:t>
            </a:r>
            <a:endParaRPr lang="en-US" dirty="0"/>
          </a:p>
        </p:txBody>
      </p:sp>
      <p:sp>
        <p:nvSpPr>
          <p:cNvPr id="5" name="TextBox 4"/>
          <p:cNvSpPr txBox="1"/>
          <p:nvPr/>
        </p:nvSpPr>
        <p:spPr>
          <a:xfrm>
            <a:off x="3126078" y="-722362"/>
            <a:ext cx="184731" cy="461665"/>
          </a:xfrm>
          <a:prstGeom prst="rect">
            <a:avLst/>
          </a:prstGeom>
          <a:noFill/>
        </p:spPr>
        <p:txBody>
          <a:bodyPr wrap="none" rtlCol="0">
            <a:spAutoFit/>
          </a:bodyPr>
          <a:lstStyle/>
          <a:p>
            <a:endParaRPr lang="en-US" sz="2400" dirty="0"/>
          </a:p>
        </p:txBody>
      </p:sp>
    </p:spTree>
    <p:extLst>
      <p:ext uri="{BB962C8B-B14F-4D97-AF65-F5344CB8AC3E}">
        <p14:creationId xmlns:p14="http://schemas.microsoft.com/office/powerpoint/2010/main" val="4154333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p:nvPr/>
        </p:nvSpPr>
        <p:spPr>
          <a:xfrm>
            <a:off x="6379167" y="-64633"/>
            <a:ext cx="5910800" cy="69888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2" name="Google Shape;102;p17"/>
          <p:cNvSpPr txBox="1">
            <a:spLocks noGrp="1"/>
          </p:cNvSpPr>
          <p:nvPr>
            <p:ph type="title"/>
          </p:nvPr>
        </p:nvSpPr>
        <p:spPr>
          <a:xfrm>
            <a:off x="264771" y="167551"/>
            <a:ext cx="5080000" cy="763600"/>
          </a:xfrm>
          <a:prstGeom prst="rect">
            <a:avLst/>
          </a:prstGeom>
        </p:spPr>
        <p:txBody>
          <a:bodyPr spcFirstLastPara="1" vert="horz" wrap="square" lIns="121900" tIns="121900" rIns="121900" bIns="121900" rtlCol="0" anchor="t" anchorCtr="0">
            <a:noAutofit/>
          </a:bodyPr>
          <a:lstStyle/>
          <a:p>
            <a:pPr algn="l"/>
            <a:r>
              <a:rPr lang="en" dirty="0"/>
              <a:t>Introduction</a:t>
            </a:r>
            <a:endParaRPr dirty="0"/>
          </a:p>
        </p:txBody>
      </p:sp>
      <p:sp>
        <p:nvSpPr>
          <p:cNvPr id="103" name="Google Shape;103;p17"/>
          <p:cNvSpPr txBox="1">
            <a:spLocks noGrp="1"/>
          </p:cNvSpPr>
          <p:nvPr>
            <p:ph type="body" idx="1"/>
          </p:nvPr>
        </p:nvSpPr>
        <p:spPr>
          <a:xfrm>
            <a:off x="415600" y="1536633"/>
            <a:ext cx="5631200" cy="4555200"/>
          </a:xfrm>
          <a:prstGeom prst="rect">
            <a:avLst/>
          </a:prstGeom>
        </p:spPr>
        <p:txBody>
          <a:bodyPr spcFirstLastPara="1" vert="horz" wrap="square" lIns="121900" tIns="121900" rIns="121900" bIns="121900" rtlCol="0" anchor="t" anchorCtr="0">
            <a:noAutofit/>
          </a:bodyPr>
          <a:lstStyle/>
          <a:p>
            <a:pPr marL="0" indent="0">
              <a:lnSpc>
                <a:spcPct val="100000"/>
              </a:lnSpc>
              <a:buNone/>
            </a:pPr>
            <a:r>
              <a:rPr lang="en" dirty="0"/>
              <a:t>Introduction to web technologies:</a:t>
            </a:r>
            <a:endParaRPr dirty="0"/>
          </a:p>
          <a:p>
            <a:pPr>
              <a:lnSpc>
                <a:spcPct val="100000"/>
              </a:lnSpc>
              <a:spcBef>
                <a:spcPts val="2133"/>
              </a:spcBef>
            </a:pPr>
            <a:r>
              <a:rPr lang="en" dirty="0">
                <a:solidFill>
                  <a:srgbClr val="FF9900"/>
                </a:solidFill>
              </a:rPr>
              <a:t>HTML </a:t>
            </a:r>
            <a:r>
              <a:rPr lang="en" dirty="0"/>
              <a:t>to create the document structure and content</a:t>
            </a:r>
            <a:endParaRPr dirty="0"/>
          </a:p>
          <a:p>
            <a:pPr>
              <a:lnSpc>
                <a:spcPct val="100000"/>
              </a:lnSpc>
              <a:spcBef>
                <a:spcPts val="2133"/>
              </a:spcBef>
            </a:pPr>
            <a:r>
              <a:rPr lang="en" dirty="0">
                <a:solidFill>
                  <a:srgbClr val="6D9EEB"/>
                </a:solidFill>
              </a:rPr>
              <a:t>CSS </a:t>
            </a:r>
            <a:r>
              <a:rPr lang="en" dirty="0"/>
              <a:t>to control visual aspect</a:t>
            </a:r>
            <a:endParaRPr dirty="0"/>
          </a:p>
          <a:p>
            <a:pPr>
              <a:lnSpc>
                <a:spcPct val="100000"/>
              </a:lnSpc>
              <a:spcBef>
                <a:spcPts val="2133"/>
              </a:spcBef>
            </a:pPr>
            <a:r>
              <a:rPr lang="en" dirty="0">
                <a:solidFill>
                  <a:srgbClr val="93C47D"/>
                </a:solidFill>
              </a:rPr>
              <a:t>Javascript </a:t>
            </a:r>
            <a:r>
              <a:rPr lang="en" dirty="0"/>
              <a:t>for interactivity</a:t>
            </a:r>
            <a:endParaRPr dirty="0"/>
          </a:p>
          <a:p>
            <a:pPr marL="0" indent="0">
              <a:lnSpc>
                <a:spcPct val="100000"/>
              </a:lnSpc>
              <a:spcBef>
                <a:spcPts val="2133"/>
              </a:spcBef>
              <a:spcAft>
                <a:spcPts val="2133"/>
              </a:spcAft>
              <a:buNone/>
            </a:pPr>
            <a:endParaRPr dirty="0"/>
          </a:p>
        </p:txBody>
      </p:sp>
      <p:pic>
        <p:nvPicPr>
          <p:cNvPr id="104" name="Google Shape;104;p17"/>
          <p:cNvPicPr preferRelativeResize="0"/>
          <p:nvPr/>
        </p:nvPicPr>
        <p:blipFill>
          <a:blip r:embed="rId3">
            <a:alphaModFix/>
          </a:blip>
          <a:stretch>
            <a:fillRect/>
          </a:stretch>
        </p:blipFill>
        <p:spPr>
          <a:xfrm>
            <a:off x="6696400" y="1356967"/>
            <a:ext cx="5080000" cy="2565400"/>
          </a:xfrm>
          <a:prstGeom prst="rect">
            <a:avLst/>
          </a:prstGeom>
          <a:noFill/>
          <a:ln>
            <a:noFill/>
          </a:ln>
        </p:spPr>
      </p:pic>
      <p:pic>
        <p:nvPicPr>
          <p:cNvPr id="105" name="Google Shape;105;p17"/>
          <p:cNvPicPr preferRelativeResize="0"/>
          <p:nvPr/>
        </p:nvPicPr>
        <p:blipFill>
          <a:blip r:embed="rId4">
            <a:alphaModFix/>
          </a:blip>
          <a:stretch>
            <a:fillRect/>
          </a:stretch>
        </p:blipFill>
        <p:spPr>
          <a:xfrm>
            <a:off x="6696400" y="3922367"/>
            <a:ext cx="1746400" cy="1746400"/>
          </a:xfrm>
          <a:prstGeom prst="rect">
            <a:avLst/>
          </a:prstGeom>
          <a:noFill/>
          <a:ln>
            <a:noFill/>
          </a:ln>
        </p:spPr>
      </p:pic>
      <p:pic>
        <p:nvPicPr>
          <p:cNvPr id="106" name="Google Shape;106;p17"/>
          <p:cNvPicPr preferRelativeResize="0"/>
          <p:nvPr/>
        </p:nvPicPr>
        <p:blipFill>
          <a:blip r:embed="rId5">
            <a:alphaModFix/>
          </a:blip>
          <a:stretch>
            <a:fillRect/>
          </a:stretch>
        </p:blipFill>
        <p:spPr>
          <a:xfrm>
            <a:off x="10030000" y="3922367"/>
            <a:ext cx="1746400" cy="1746400"/>
          </a:xfrm>
          <a:prstGeom prst="rect">
            <a:avLst/>
          </a:prstGeom>
          <a:noFill/>
          <a:ln>
            <a:noFill/>
          </a:ln>
        </p:spPr>
      </p:pic>
      <p:pic>
        <p:nvPicPr>
          <p:cNvPr id="107" name="Google Shape;107;p17"/>
          <p:cNvPicPr preferRelativeResize="0"/>
          <p:nvPr/>
        </p:nvPicPr>
        <p:blipFill>
          <a:blip r:embed="rId6">
            <a:alphaModFix/>
          </a:blip>
          <a:stretch>
            <a:fillRect/>
          </a:stretch>
        </p:blipFill>
        <p:spPr>
          <a:xfrm>
            <a:off x="8283600" y="3922367"/>
            <a:ext cx="1746400" cy="174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p:cNvGrpSpPr/>
        <p:nvPr/>
      </p:nvGrpSpPr>
      <p:grpSpPr>
        <a:xfrm>
          <a:off x="0" y="0"/>
          <a:ext cx="0" cy="0"/>
          <a:chOff x="0" y="0"/>
          <a:chExt cx="0" cy="0"/>
        </a:xfrm>
      </p:grpSpPr>
      <p:sp useBgFill="1">
        <p:nvSpPr>
          <p:cNvPr id="11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1" name="Rectangle 12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Google Shape;112;p18"/>
          <p:cNvSpPr txBox="1">
            <a:spLocks noGrp="1"/>
          </p:cNvSpPr>
          <p:nvPr>
            <p:ph type="title"/>
          </p:nvPr>
        </p:nvSpPr>
        <p:spPr>
          <a:xfrm>
            <a:off x="761803" y="350196"/>
            <a:ext cx="4646904" cy="1624520"/>
          </a:xfrm>
          <a:prstGeom prst="rect">
            <a:avLst/>
          </a:prstGeom>
        </p:spPr>
        <p:txBody>
          <a:bodyPr spcFirstLastPara="1" vert="horz" lIns="91440" tIns="45720" rIns="91440" bIns="45720" rtlCol="0" anchor="ctr" anchorCtr="0">
            <a:normAutofit/>
          </a:bodyPr>
          <a:lstStyle/>
          <a:p>
            <a:pPr algn="l">
              <a:spcBef>
                <a:spcPct val="0"/>
              </a:spcBef>
            </a:pPr>
            <a:r>
              <a:rPr lang="en-US" dirty="0"/>
              <a:t>Tools</a:t>
            </a:r>
          </a:p>
        </p:txBody>
      </p:sp>
      <p:sp>
        <p:nvSpPr>
          <p:cNvPr id="113" name="Google Shape;113;p18"/>
          <p:cNvSpPr txBox="1">
            <a:spLocks noGrp="1"/>
          </p:cNvSpPr>
          <p:nvPr>
            <p:ph type="body" idx="1"/>
          </p:nvPr>
        </p:nvSpPr>
        <p:spPr>
          <a:xfrm>
            <a:off x="202131" y="2425566"/>
            <a:ext cx="5640403" cy="3930783"/>
          </a:xfrm>
          <a:prstGeom prst="rect">
            <a:avLst/>
          </a:prstGeom>
        </p:spPr>
        <p:txBody>
          <a:bodyPr spcFirstLastPara="1" vert="horz" lIns="91440" tIns="45720" rIns="91440" bIns="45720" rtlCol="0" anchor="ctr" anchorCtr="0">
            <a:normAutofit/>
          </a:bodyPr>
          <a:lstStyle/>
          <a:p>
            <a:pPr marL="0" indent="-228600">
              <a:spcAft>
                <a:spcPts val="600"/>
              </a:spcAft>
              <a:buFont typeface="Arial" panose="020B0604020202020204" pitchFamily="34" charset="0"/>
              <a:buChar char="•"/>
            </a:pPr>
            <a:r>
              <a:rPr lang="en-US" sz="2000" dirty="0"/>
              <a:t>What do we need to start:</a:t>
            </a:r>
          </a:p>
          <a:p>
            <a:pPr indent="-228600">
              <a:spcAft>
                <a:spcPts val="600"/>
              </a:spcAft>
              <a:buSzPts val="2000"/>
              <a:buFont typeface="Arial" panose="020B0604020202020204" pitchFamily="34" charset="0"/>
              <a:buChar char="•"/>
            </a:pPr>
            <a:r>
              <a:rPr lang="en-US" sz="2000" dirty="0"/>
              <a:t>A good web-browser (Chrome, Edge or Safari)</a:t>
            </a:r>
          </a:p>
          <a:p>
            <a:pPr indent="-228600">
              <a:spcAft>
                <a:spcPts val="600"/>
              </a:spcAft>
              <a:buSzPts val="2000"/>
              <a:buFont typeface="Arial" panose="020B0604020202020204" pitchFamily="34" charset="0"/>
              <a:buChar char="•"/>
            </a:pPr>
            <a:r>
              <a:rPr lang="en-US" sz="2000" dirty="0"/>
              <a:t>A good text editor like:</a:t>
            </a:r>
          </a:p>
          <a:p>
            <a:pPr lvl="1" indent="-228600">
              <a:spcBef>
                <a:spcPts val="0"/>
              </a:spcBef>
              <a:spcAft>
                <a:spcPts val="600"/>
              </a:spcAft>
              <a:buSzPts val="2000"/>
              <a:buFont typeface="Arial" panose="020B0604020202020204" pitchFamily="34" charset="0"/>
              <a:buChar char="•"/>
            </a:pPr>
            <a:r>
              <a:rPr lang="en-US" u="sng" dirty="0" err="1">
                <a:hlinkClick r:id="rId3"/>
              </a:rPr>
              <a:t>VSCode</a:t>
            </a:r>
            <a:r>
              <a:rPr lang="en-US" dirty="0"/>
              <a:t> (cross platform - Preferred)</a:t>
            </a:r>
          </a:p>
          <a:p>
            <a:pPr lvl="1" indent="-228600">
              <a:spcBef>
                <a:spcPts val="0"/>
              </a:spcBef>
              <a:spcAft>
                <a:spcPts val="600"/>
              </a:spcAft>
              <a:buSzPts val="2000"/>
              <a:buFont typeface="Arial" panose="020B0604020202020204" pitchFamily="34" charset="0"/>
              <a:buChar char="•"/>
            </a:pPr>
            <a:r>
              <a:rPr lang="en-US" u="sng" dirty="0">
                <a:hlinkClick r:id="rId4">
                  <a:extLst>
                    <a:ext uri="{A12FA001-AC4F-418D-AE19-62706E023703}">
                      <ahyp:hlinkClr xmlns:ahyp="http://schemas.microsoft.com/office/drawing/2018/hyperlinkcolor" val="tx"/>
                    </a:ext>
                  </a:extLst>
                </a:hlinkClick>
              </a:rPr>
              <a:t>Notepad++</a:t>
            </a:r>
            <a:r>
              <a:rPr lang="en-US" dirty="0"/>
              <a:t> (win)</a:t>
            </a:r>
          </a:p>
          <a:p>
            <a:pPr lvl="1" indent="-228600">
              <a:spcBef>
                <a:spcPts val="0"/>
              </a:spcBef>
              <a:spcAft>
                <a:spcPts val="600"/>
              </a:spcAft>
              <a:buSzPts val="2000"/>
              <a:buFont typeface="Arial" panose="020B0604020202020204" pitchFamily="34" charset="0"/>
              <a:buChar char="•"/>
            </a:pPr>
            <a:r>
              <a:rPr lang="en-US" u="sng" dirty="0">
                <a:hlinkClick r:id="rId5"/>
              </a:rPr>
              <a:t>sublime text</a:t>
            </a:r>
            <a:r>
              <a:rPr lang="en-US" dirty="0"/>
              <a:t> (cross platform)</a:t>
            </a:r>
          </a:p>
        </p:txBody>
      </p:sp>
      <p:pic>
        <p:nvPicPr>
          <p:cNvPr id="115" name="Picture 114" descr="Work tools on a red background">
            <a:extLst>
              <a:ext uri="{FF2B5EF4-FFF2-40B4-BE49-F238E27FC236}">
                <a16:creationId xmlns:a16="http://schemas.microsoft.com/office/drawing/2014/main" id="{E58D7F74-6044-C521-7AD2-FA0A3BA8958B}"/>
              </a:ext>
            </a:extLst>
          </p:cNvPr>
          <p:cNvPicPr>
            <a:picLocks noChangeAspect="1"/>
          </p:cNvPicPr>
          <p:nvPr/>
        </p:nvPicPr>
        <p:blipFill>
          <a:blip r:embed="rId6"/>
          <a:srcRect l="14960" r="25639" b="-2"/>
          <a:stretch/>
        </p:blipFill>
        <p:spPr>
          <a:xfrm>
            <a:off x="6096000" y="1"/>
            <a:ext cx="610282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9"/>
          <p:cNvSpPr txBox="1">
            <a:spLocks noGrp="1"/>
          </p:cNvSpPr>
          <p:nvPr>
            <p:ph type="title"/>
          </p:nvPr>
        </p:nvSpPr>
        <p:spPr>
          <a:xfrm>
            <a:off x="415600" y="384367"/>
            <a:ext cx="11360800" cy="763600"/>
          </a:xfrm>
          <a:prstGeom prst="rect">
            <a:avLst/>
          </a:prstGeom>
        </p:spPr>
        <p:txBody>
          <a:bodyPr spcFirstLastPara="1" vert="horz" wrap="square" lIns="121900" tIns="121900" rIns="121900" bIns="121900" rtlCol="0" anchor="t" anchorCtr="0">
            <a:noAutofit/>
          </a:bodyPr>
          <a:lstStyle/>
          <a:p>
            <a:r>
              <a:rPr lang="en" dirty="0"/>
              <a:t>How can I test my code </a:t>
            </a:r>
            <a:endParaRPr dirty="0"/>
          </a:p>
        </p:txBody>
      </p:sp>
      <p:sp>
        <p:nvSpPr>
          <p:cNvPr id="119" name="Google Shape;119;p19"/>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457200" indent="-457200"/>
            <a:r>
              <a:rPr lang="en" sz="2667" dirty="0"/>
              <a:t>Just open the </a:t>
            </a:r>
            <a:r>
              <a:rPr lang="en" sz="2667" b="1" u="sng" dirty="0"/>
              <a:t>index.html </a:t>
            </a:r>
            <a:r>
              <a:rPr lang="en" sz="2667" dirty="0"/>
              <a:t>from the template in your text editor and in your browser.</a:t>
            </a:r>
            <a:endParaRPr sz="2667" dirty="0"/>
          </a:p>
          <a:p>
            <a:pPr marL="457200" indent="-457200"/>
            <a:r>
              <a:rPr lang="en" sz="2667" dirty="0"/>
              <a:t>When you do any change to the code, check it in the browser by pressing F5 (refresh site)</a:t>
            </a:r>
            <a:endParaRPr sz="2667" dirty="0"/>
          </a:p>
          <a:p>
            <a:pPr marL="457200" indent="-457200"/>
            <a:r>
              <a:rPr lang="en" sz="2667" dirty="0"/>
              <a:t>To open the developer tools press:</a:t>
            </a:r>
            <a:endParaRPr sz="2667" dirty="0"/>
          </a:p>
          <a:p>
            <a:pPr marL="457200" indent="-457200"/>
            <a:r>
              <a:rPr lang="en" sz="2667" dirty="0"/>
              <a:t>Windows:</a:t>
            </a:r>
            <a:r>
              <a:rPr lang="en" sz="2667" dirty="0">
                <a:latin typeface="Courier New"/>
                <a:ea typeface="Courier New"/>
                <a:cs typeface="Courier New"/>
                <a:sym typeface="Courier New"/>
              </a:rPr>
              <a:t> Control + Shift + I  or </a:t>
            </a:r>
            <a:endParaRPr sz="2667" dirty="0">
              <a:solidFill>
                <a:srgbClr val="434343"/>
              </a:solidFill>
              <a:highlight>
                <a:srgbClr val="D9D9D9"/>
              </a:highlight>
              <a:latin typeface="Courier New"/>
              <a:ea typeface="Courier New"/>
              <a:cs typeface="Courier New"/>
              <a:sym typeface="Courier New"/>
            </a:endParaRPr>
          </a:p>
          <a:p>
            <a:pPr marL="457200" indent="-457200">
              <a:buClr>
                <a:schemeClr val="dk1"/>
              </a:buClr>
              <a:buSzPts val="1100"/>
            </a:pPr>
            <a:r>
              <a:rPr lang="en" sz="2667" dirty="0"/>
              <a:t>OSX:</a:t>
            </a:r>
            <a:r>
              <a:rPr lang="en" sz="2667" dirty="0">
                <a:latin typeface="Courier New"/>
                <a:ea typeface="Courier New"/>
                <a:cs typeface="Courier New"/>
                <a:sym typeface="Courier New"/>
              </a:rPr>
              <a:t> Command + Opt + I </a:t>
            </a:r>
            <a:endParaRPr sz="2667" dirty="0">
              <a:latin typeface="Courier New"/>
              <a:ea typeface="Courier New"/>
              <a:cs typeface="Courier New"/>
              <a:sym typeface="Courier New"/>
            </a:endParaRPr>
          </a:p>
        </p:txBody>
      </p:sp>
      <p:pic>
        <p:nvPicPr>
          <p:cNvPr id="120" name="Google Shape;120;p19"/>
          <p:cNvPicPr preferRelativeResize="0"/>
          <p:nvPr/>
        </p:nvPicPr>
        <p:blipFill>
          <a:blip r:embed="rId3">
            <a:alphaModFix/>
          </a:blip>
          <a:stretch>
            <a:fillRect/>
          </a:stretch>
        </p:blipFill>
        <p:spPr>
          <a:xfrm>
            <a:off x="7565456" y="3351998"/>
            <a:ext cx="683394" cy="64068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D4118-FEA0-9985-3D3C-1FE8A1E5D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D9ACD-B612-0078-1FC8-A899568F3098}"/>
              </a:ext>
            </a:extLst>
          </p:cNvPr>
          <p:cNvSpPr>
            <a:spLocks noGrp="1"/>
          </p:cNvSpPr>
          <p:nvPr>
            <p:ph type="ctrTitle"/>
          </p:nvPr>
        </p:nvSpPr>
        <p:spPr>
          <a:xfrm>
            <a:off x="1524000" y="1725679"/>
            <a:ext cx="9144000" cy="2387600"/>
          </a:xfrm>
        </p:spPr>
        <p:txBody>
          <a:bodyPr/>
          <a:lstStyle/>
          <a:p>
            <a:pPr algn="ctr"/>
            <a:r>
              <a:rPr lang="en-US" altLang="en-US" b="1" dirty="0">
                <a:solidFill>
                  <a:schemeClr val="tx1"/>
                </a:solidFill>
              </a:rPr>
              <a:t>Introduction to</a:t>
            </a:r>
            <a:br>
              <a:rPr lang="en-US" altLang="en-US" b="1" dirty="0">
                <a:solidFill>
                  <a:schemeClr val="tx1"/>
                </a:solidFill>
              </a:rPr>
            </a:br>
            <a:r>
              <a:rPr lang="en-US" altLang="en-US" b="1" dirty="0">
                <a:solidFill>
                  <a:schemeClr val="tx1"/>
                </a:solidFill>
              </a:rPr>
              <a:t> </a:t>
            </a:r>
            <a:r>
              <a:rPr lang="en-US" altLang="en-US" sz="9600" b="1" dirty="0">
                <a:solidFill>
                  <a:schemeClr val="tx1"/>
                </a:solidFill>
              </a:rPr>
              <a:t>HTML</a:t>
            </a:r>
            <a:endParaRPr lang="en-US" b="1" dirty="0">
              <a:solidFill>
                <a:schemeClr val="tx1"/>
              </a:solidFill>
            </a:endParaRPr>
          </a:p>
        </p:txBody>
      </p:sp>
    </p:spTree>
    <p:extLst>
      <p:ext uri="{BB962C8B-B14F-4D97-AF65-F5344CB8AC3E}">
        <p14:creationId xmlns:p14="http://schemas.microsoft.com/office/powerpoint/2010/main" val="127755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74169"/>
            <a:ext cx="10058400" cy="817577"/>
          </a:xfrm>
        </p:spPr>
        <p:txBody>
          <a:bodyPr>
            <a:normAutofit/>
          </a:bodyPr>
          <a:lstStyle/>
          <a:p>
            <a:pPr algn="ctr"/>
            <a:r>
              <a:rPr lang="en-US" altLang="en-US" sz="4000" b="1" dirty="0">
                <a:solidFill>
                  <a:schemeClr val="tx1"/>
                </a:solidFill>
              </a:rPr>
              <a:t>Definitions</a:t>
            </a:r>
            <a:endParaRPr lang="en-US" sz="4000" b="1" dirty="0">
              <a:solidFill>
                <a:schemeClr val="tx1"/>
              </a:solidFill>
            </a:endParaRPr>
          </a:p>
        </p:txBody>
      </p:sp>
      <p:sp>
        <p:nvSpPr>
          <p:cNvPr id="3" name="Content Placeholder 2"/>
          <p:cNvSpPr>
            <a:spLocks noGrp="1"/>
          </p:cNvSpPr>
          <p:nvPr>
            <p:ph idx="1"/>
          </p:nvPr>
        </p:nvSpPr>
        <p:spPr>
          <a:xfrm>
            <a:off x="587141" y="1127426"/>
            <a:ext cx="11251662" cy="5305367"/>
          </a:xfrm>
        </p:spPr>
        <p:txBody>
          <a:bodyPr>
            <a:normAutofit/>
          </a:bodyPr>
          <a:lstStyle/>
          <a:p>
            <a:pPr>
              <a:lnSpc>
                <a:spcPct val="80000"/>
              </a:lnSpc>
              <a:buClr>
                <a:schemeClr val="hlink"/>
              </a:buClr>
            </a:pPr>
            <a:r>
              <a:rPr lang="en-US" altLang="en-US" dirty="0">
                <a:solidFill>
                  <a:schemeClr val="tx1"/>
                </a:solidFill>
              </a:rPr>
              <a:t>WWW – World Wide Web.</a:t>
            </a:r>
          </a:p>
          <a:p>
            <a:pPr lvl="1">
              <a:lnSpc>
                <a:spcPct val="80000"/>
              </a:lnSpc>
              <a:buClr>
                <a:schemeClr val="hlink"/>
              </a:buClr>
              <a:buFont typeface="Wingdings" panose="05000000000000000000" pitchFamily="2" charset="2"/>
              <a:buChar char="§"/>
            </a:pPr>
            <a:endParaRPr lang="en-US" altLang="en-US" dirty="0">
              <a:solidFill>
                <a:schemeClr val="tx1"/>
              </a:solidFill>
            </a:endParaRPr>
          </a:p>
          <a:p>
            <a:pPr>
              <a:lnSpc>
                <a:spcPct val="80000"/>
              </a:lnSpc>
              <a:buClr>
                <a:schemeClr val="hlink"/>
              </a:buClr>
            </a:pPr>
            <a:r>
              <a:rPr lang="en-US" altLang="en-US" dirty="0">
                <a:solidFill>
                  <a:schemeClr val="tx1"/>
                </a:solidFill>
              </a:rPr>
              <a:t>HTML – </a:t>
            </a:r>
            <a:r>
              <a:rPr lang="en-US" altLang="en-US" b="1" dirty="0">
                <a:solidFill>
                  <a:schemeClr val="tx1"/>
                </a:solidFill>
              </a:rPr>
              <a:t>Hypertext Markup Language</a:t>
            </a:r>
            <a:r>
              <a:rPr lang="en-US" altLang="en-US" dirty="0">
                <a:solidFill>
                  <a:schemeClr val="tx1"/>
                </a:solidFill>
              </a:rPr>
              <a:t> – </a:t>
            </a:r>
            <a:endParaRPr lang="en-US" altLang="en-US" dirty="0"/>
          </a:p>
          <a:p>
            <a:pPr lvl="1">
              <a:lnSpc>
                <a:spcPct val="80000"/>
              </a:lnSpc>
              <a:buClr>
                <a:schemeClr val="hlink"/>
              </a:buClr>
            </a:pPr>
            <a:r>
              <a:rPr lang="en-US" altLang="en-US" dirty="0"/>
              <a:t>The Language of Web Pages on the World Wide Web</a:t>
            </a:r>
            <a:r>
              <a:rPr lang="en-US" altLang="en-US" sz="2000" dirty="0">
                <a:solidFill>
                  <a:schemeClr val="tx1"/>
                </a:solidFill>
              </a:rPr>
              <a:t>.</a:t>
            </a:r>
          </a:p>
          <a:p>
            <a:pPr lvl="1">
              <a:lnSpc>
                <a:spcPct val="80000"/>
              </a:lnSpc>
              <a:buClr>
                <a:schemeClr val="hlink"/>
              </a:buClr>
            </a:pPr>
            <a:r>
              <a:rPr lang="en-US" altLang="en-US" dirty="0">
                <a:solidFill>
                  <a:schemeClr val="tx1"/>
                </a:solidFill>
              </a:rPr>
              <a:t>HTML is a text formatting language.</a:t>
            </a:r>
          </a:p>
          <a:p>
            <a:pPr marL="457200" lvl="1" indent="0">
              <a:lnSpc>
                <a:spcPct val="80000"/>
              </a:lnSpc>
              <a:buClr>
                <a:schemeClr val="hlink"/>
              </a:buClr>
              <a:buNone/>
            </a:pPr>
            <a:endParaRPr lang="en-US" altLang="en-US" dirty="0">
              <a:solidFill>
                <a:schemeClr val="tx1"/>
              </a:solidFill>
            </a:endParaRPr>
          </a:p>
          <a:p>
            <a:pPr>
              <a:lnSpc>
                <a:spcPct val="80000"/>
              </a:lnSpc>
              <a:buClr>
                <a:schemeClr val="hlink"/>
              </a:buClr>
            </a:pPr>
            <a:r>
              <a:rPr lang="en-US" altLang="en-US" dirty="0">
                <a:solidFill>
                  <a:schemeClr val="tx1"/>
                </a:solidFill>
              </a:rPr>
              <a:t>URL – Uniform Resource Locator.</a:t>
            </a:r>
          </a:p>
          <a:p>
            <a:pPr>
              <a:lnSpc>
                <a:spcPct val="80000"/>
              </a:lnSpc>
              <a:buClr>
                <a:schemeClr val="hlink"/>
              </a:buClr>
              <a:buFont typeface="Wingdings" panose="05000000000000000000" pitchFamily="2" charset="2"/>
              <a:buChar char="§"/>
            </a:pPr>
            <a:endParaRPr lang="en-US" altLang="en-US" dirty="0">
              <a:solidFill>
                <a:schemeClr val="tx1"/>
              </a:solidFill>
            </a:endParaRPr>
          </a:p>
          <a:p>
            <a:pPr>
              <a:lnSpc>
                <a:spcPct val="80000"/>
              </a:lnSpc>
              <a:buClr>
                <a:schemeClr val="hlink"/>
              </a:buClr>
            </a:pPr>
            <a:r>
              <a:rPr lang="en-US" altLang="en-US" dirty="0">
                <a:solidFill>
                  <a:schemeClr val="tx1"/>
                </a:solidFill>
              </a:rPr>
              <a:t>Browser – A software program which is used to show web pages.</a:t>
            </a:r>
          </a:p>
          <a:p>
            <a:endParaRPr lang="en-US" sz="2000" dirty="0"/>
          </a:p>
        </p:txBody>
      </p:sp>
    </p:spTree>
    <p:extLst>
      <p:ext uri="{BB962C8B-B14F-4D97-AF65-F5344CB8AC3E}">
        <p14:creationId xmlns:p14="http://schemas.microsoft.com/office/powerpoint/2010/main" val="2962402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6"/>
            <a:ext cx="10515600" cy="886520"/>
          </a:xfrm>
        </p:spPr>
        <p:txBody>
          <a:bodyPr>
            <a:normAutofit/>
          </a:bodyPr>
          <a:lstStyle/>
          <a:p>
            <a:pPr algn="ctr"/>
            <a:r>
              <a:rPr lang="en-US" sz="4000" b="1" dirty="0"/>
              <a:t>What is HTML?</a:t>
            </a:r>
          </a:p>
        </p:txBody>
      </p:sp>
      <p:sp>
        <p:nvSpPr>
          <p:cNvPr id="3" name="Content Placeholder 2"/>
          <p:cNvSpPr>
            <a:spLocks noGrp="1"/>
          </p:cNvSpPr>
          <p:nvPr>
            <p:ph idx="1"/>
          </p:nvPr>
        </p:nvSpPr>
        <p:spPr>
          <a:xfrm>
            <a:off x="838200" y="1155032"/>
            <a:ext cx="10515600" cy="5544151"/>
          </a:xfrm>
        </p:spPr>
        <p:txBody>
          <a:bodyPr>
            <a:normAutofit/>
          </a:bodyPr>
          <a:lstStyle/>
          <a:p>
            <a:pPr marL="0" indent="0">
              <a:buNone/>
            </a:pPr>
            <a:r>
              <a:rPr lang="en-US" sz="2400" b="1" dirty="0"/>
              <a:t>HTML is short for Hypertext Markup Language.</a:t>
            </a:r>
          </a:p>
          <a:p>
            <a:pPr>
              <a:buFont typeface="Wingdings" panose="05000000000000000000" pitchFamily="2" charset="2"/>
              <a:buChar char="§"/>
            </a:pPr>
            <a:r>
              <a:rPr lang="en-US" sz="2400" dirty="0"/>
              <a:t>HTML is a computer language that is used to create documents on the Word Wide Web.</a:t>
            </a:r>
          </a:p>
          <a:p>
            <a:pPr lvl="1">
              <a:buFont typeface="Wingdings" panose="05000000000000000000" pitchFamily="2" charset="2"/>
              <a:buChar char="§"/>
            </a:pPr>
            <a:r>
              <a:rPr lang="en-US" sz="2000" dirty="0"/>
              <a:t>It simply means it is a language for describing web-pages using ordinary text.</a:t>
            </a:r>
          </a:p>
          <a:p>
            <a:pPr lvl="1">
              <a:buFont typeface="Wingdings" panose="05000000000000000000" pitchFamily="2" charset="2"/>
              <a:buChar char="§"/>
            </a:pPr>
            <a:endParaRPr lang="en-US" sz="2000" dirty="0"/>
          </a:p>
          <a:p>
            <a:pPr>
              <a:buFont typeface="Wingdings" panose="05000000000000000000" pitchFamily="2" charset="2"/>
              <a:buChar char="§"/>
            </a:pPr>
            <a:r>
              <a:rPr lang="en-US" sz="2400" dirty="0"/>
              <a:t>HTML is very simple , and logical. It reads from left to right, top to bottom and uses plain text.</a:t>
            </a:r>
          </a:p>
          <a:p>
            <a:pPr lvl="2">
              <a:buFont typeface="Wingdings" panose="05000000000000000000" pitchFamily="2" charset="2"/>
              <a:buChar char="§"/>
            </a:pPr>
            <a:endParaRPr lang="en-US" sz="1600" dirty="0"/>
          </a:p>
          <a:p>
            <a:pPr>
              <a:buFont typeface="Wingdings" panose="05000000000000000000" pitchFamily="2" charset="2"/>
              <a:buChar char="§"/>
            </a:pPr>
            <a:r>
              <a:rPr lang="en-US" sz="2400" dirty="0"/>
              <a:t>HTML is NOT a programming language, but a markup-up language that uses &lt;Tags&gt; like this.</a:t>
            </a:r>
          </a:p>
          <a:p>
            <a:pPr lvl="2">
              <a:buFont typeface="Wingdings" panose="05000000000000000000" pitchFamily="2" charset="2"/>
              <a:buChar char="§"/>
            </a:pPr>
            <a:endParaRPr lang="en-US" sz="1600" dirty="0"/>
          </a:p>
          <a:p>
            <a:pPr>
              <a:buFont typeface="Wingdings" panose="05000000000000000000" pitchFamily="2" charset="2"/>
              <a:buChar char="§"/>
            </a:pPr>
            <a:r>
              <a:rPr lang="en-US" sz="2400" dirty="0"/>
              <a:t>The websites you view on the internet are text files that consist of HTML Tags.</a:t>
            </a:r>
          </a:p>
          <a:p>
            <a:pPr lvl="1">
              <a:buFont typeface="Wingdings" panose="05000000000000000000" pitchFamily="2" charset="2"/>
              <a:buChar char="§"/>
            </a:pPr>
            <a:r>
              <a:rPr lang="en-US" sz="2000" dirty="0"/>
              <a:t>All HTML documents must start with a type declaration: &lt;!DOCTYPE html&gt;.</a:t>
            </a:r>
          </a:p>
          <a:p>
            <a:pPr lvl="1">
              <a:buFont typeface="Wingdings" panose="05000000000000000000" pitchFamily="2" charset="2"/>
              <a:buChar char="§"/>
            </a:pPr>
            <a:r>
              <a:rPr lang="en-US" sz="2000" dirty="0"/>
              <a:t>The HTML document itself begins with &lt;html&gt; and ends with &lt;/html&gt;.</a:t>
            </a:r>
          </a:p>
          <a:p>
            <a:pPr lvl="1">
              <a:buFont typeface="Wingdings" panose="05000000000000000000" pitchFamily="2" charset="2"/>
              <a:buChar char="§"/>
            </a:pPr>
            <a:r>
              <a:rPr lang="en-US" sz="2000" dirty="0"/>
              <a:t>The visible part of the HTML document is between &lt;body&gt; and &lt;/body&gt;.</a:t>
            </a:r>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1259501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6016" y="1280160"/>
            <a:ext cx="11146055" cy="4962420"/>
          </a:xfrm>
        </p:spPr>
        <p:txBody>
          <a:bodyPr>
            <a:normAutofit lnSpcReduction="10000"/>
          </a:bodyPr>
          <a:lstStyle/>
          <a:p>
            <a:pPr>
              <a:buClr>
                <a:schemeClr val="hlink"/>
              </a:buClr>
            </a:pPr>
            <a:r>
              <a:rPr lang="en-US" altLang="en-US" dirty="0"/>
              <a:t>“Normal text” surrounded by bracketed </a:t>
            </a:r>
            <a:r>
              <a:rPr lang="en-US" altLang="en-US" i="1" dirty="0"/>
              <a:t>tags</a:t>
            </a:r>
            <a:r>
              <a:rPr lang="en-US" altLang="en-US" dirty="0"/>
              <a:t> that tell browsers how to display web pages</a:t>
            </a:r>
          </a:p>
          <a:p>
            <a:pPr lvl="2">
              <a:buClr>
                <a:schemeClr val="hlink"/>
              </a:buClr>
            </a:pPr>
            <a:endParaRPr lang="en-US" altLang="en-US" dirty="0"/>
          </a:p>
          <a:p>
            <a:pPr>
              <a:buClr>
                <a:schemeClr val="hlink"/>
              </a:buClr>
            </a:pPr>
            <a:r>
              <a:rPr lang="en-US" altLang="en-US" dirty="0"/>
              <a:t>Pages end with “.</a:t>
            </a:r>
            <a:r>
              <a:rPr lang="en-US" altLang="en-US" dirty="0" err="1"/>
              <a:t>htm</a:t>
            </a:r>
            <a:r>
              <a:rPr lang="en-US" altLang="en-US" dirty="0"/>
              <a:t>” or “.html”</a:t>
            </a:r>
          </a:p>
          <a:p>
            <a:pPr lvl="2">
              <a:buClr>
                <a:schemeClr val="hlink"/>
              </a:buClr>
            </a:pPr>
            <a:endParaRPr lang="en-US" altLang="en-US" dirty="0"/>
          </a:p>
          <a:p>
            <a:pPr>
              <a:buClr>
                <a:schemeClr val="hlink"/>
              </a:buClr>
            </a:pPr>
            <a:r>
              <a:rPr lang="en-US" altLang="en-US" dirty="0"/>
              <a:t>HTML Editor – A word processor that has been specialized to make the writing of HTML documents more effortless.</a:t>
            </a:r>
          </a:p>
          <a:p>
            <a:pPr lvl="1">
              <a:buClr>
                <a:schemeClr val="hlink"/>
              </a:buClr>
            </a:pPr>
            <a:endParaRPr lang="en-US" altLang="en-US" dirty="0"/>
          </a:p>
          <a:p>
            <a:pPr>
              <a:buClr>
                <a:schemeClr val="hlink"/>
              </a:buClr>
            </a:pPr>
            <a:r>
              <a:rPr lang="en-US" altLang="en-US" dirty="0"/>
              <a:t>Every web page is a HTML file. </a:t>
            </a:r>
          </a:p>
          <a:p>
            <a:pPr lvl="1">
              <a:buClr>
                <a:schemeClr val="hlink"/>
              </a:buClr>
            </a:pPr>
            <a:endParaRPr lang="en-US" altLang="en-US" dirty="0"/>
          </a:p>
          <a:p>
            <a:pPr>
              <a:buClr>
                <a:schemeClr val="hlink"/>
              </a:buClr>
            </a:pPr>
            <a:r>
              <a:rPr lang="en-US" altLang="en-US" dirty="0"/>
              <a:t>Each HTML file is just a plain-text file, but with a .html file extension instead of .txt, and is made up of many HTML tags as well as the content for a web page.</a:t>
            </a:r>
          </a:p>
          <a:p>
            <a:pPr lvl="1">
              <a:buClr>
                <a:schemeClr val="hlink"/>
              </a:buClr>
            </a:pPr>
            <a:endParaRPr lang="en-US" altLang="en-US" dirty="0"/>
          </a:p>
          <a:p>
            <a:pPr>
              <a:buClr>
                <a:schemeClr val="hlink"/>
              </a:buClr>
            </a:pPr>
            <a:r>
              <a:rPr lang="en-US" altLang="en-US" dirty="0"/>
              <a:t>A web site will often contain many html files that link to each other</a:t>
            </a:r>
          </a:p>
          <a:p>
            <a:pPr>
              <a:buClr>
                <a:schemeClr val="hlink"/>
              </a:buClr>
              <a:buFont typeface="Wingdings" panose="05000000000000000000" pitchFamily="2" charset="2"/>
              <a:buChar char="§"/>
            </a:pPr>
            <a:endParaRPr lang="en-US" altLang="en-US" dirty="0"/>
          </a:p>
        </p:txBody>
      </p:sp>
      <p:sp>
        <p:nvSpPr>
          <p:cNvPr id="2" name="Title 1">
            <a:extLst>
              <a:ext uri="{FF2B5EF4-FFF2-40B4-BE49-F238E27FC236}">
                <a16:creationId xmlns:a16="http://schemas.microsoft.com/office/drawing/2014/main" id="{1089418B-759A-0792-CE01-D841D1D4C6CF}"/>
              </a:ext>
            </a:extLst>
          </p:cNvPr>
          <p:cNvSpPr>
            <a:spLocks noGrp="1"/>
          </p:cNvSpPr>
          <p:nvPr>
            <p:ph type="title"/>
          </p:nvPr>
        </p:nvSpPr>
        <p:spPr>
          <a:xfrm>
            <a:off x="945953" y="76368"/>
            <a:ext cx="10515600" cy="905410"/>
          </a:xfrm>
        </p:spPr>
        <p:txBody>
          <a:bodyPr>
            <a:normAutofit/>
          </a:bodyPr>
          <a:lstStyle/>
          <a:p>
            <a:pPr algn="ctr"/>
            <a:r>
              <a:rPr lang="en-US" sz="4000" b="1" dirty="0"/>
              <a:t>What is HTML?</a:t>
            </a:r>
          </a:p>
        </p:txBody>
      </p:sp>
    </p:spTree>
    <p:extLst>
      <p:ext uri="{BB962C8B-B14F-4D97-AF65-F5344CB8AC3E}">
        <p14:creationId xmlns:p14="http://schemas.microsoft.com/office/powerpoint/2010/main" val="300603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202" y="18255"/>
            <a:ext cx="10515600" cy="973147"/>
          </a:xfrm>
        </p:spPr>
        <p:txBody>
          <a:bodyPr>
            <a:normAutofit/>
          </a:bodyPr>
          <a:lstStyle/>
          <a:p>
            <a:pPr algn="ctr"/>
            <a:r>
              <a:rPr lang="en-US" sz="4000" b="1" dirty="0"/>
              <a:t>HTML TAGS</a:t>
            </a:r>
            <a:endParaRPr lang="en-US" sz="4000" dirty="0"/>
          </a:p>
        </p:txBody>
      </p:sp>
      <p:sp>
        <p:nvSpPr>
          <p:cNvPr id="3" name="Content Placeholder 2"/>
          <p:cNvSpPr>
            <a:spLocks noGrp="1"/>
          </p:cNvSpPr>
          <p:nvPr>
            <p:ph idx="1"/>
          </p:nvPr>
        </p:nvSpPr>
        <p:spPr>
          <a:xfrm>
            <a:off x="838200" y="991402"/>
            <a:ext cx="10515600" cy="5601903"/>
          </a:xfrm>
        </p:spPr>
        <p:txBody>
          <a:bodyPr>
            <a:normAutofit fontScale="92500" lnSpcReduction="20000"/>
          </a:bodyPr>
          <a:lstStyle/>
          <a:p>
            <a:r>
              <a:rPr lang="en-US" sz="2800" dirty="0"/>
              <a:t>HTML markup tags are usually called HTML tags</a:t>
            </a:r>
          </a:p>
          <a:p>
            <a:pPr lvl="3"/>
            <a:endParaRPr lang="en-US" dirty="0"/>
          </a:p>
          <a:p>
            <a:r>
              <a:rPr lang="en-US" sz="2800" dirty="0"/>
              <a:t>HTML tags are keywords surrounded by </a:t>
            </a:r>
            <a:r>
              <a:rPr lang="en-US" sz="2800" b="1" dirty="0"/>
              <a:t>angle brackets </a:t>
            </a:r>
            <a:r>
              <a:rPr lang="en-US" sz="2800" dirty="0"/>
              <a:t>like &lt;html&gt; </a:t>
            </a:r>
          </a:p>
          <a:p>
            <a:pPr lvl="3"/>
            <a:endParaRPr lang="en-US" dirty="0"/>
          </a:p>
          <a:p>
            <a:r>
              <a:rPr lang="en-US" sz="2800" dirty="0"/>
              <a:t>HTML tags normally </a:t>
            </a:r>
            <a:r>
              <a:rPr lang="en-US" sz="2800" b="1" dirty="0"/>
              <a:t>come in pairs</a:t>
            </a:r>
            <a:r>
              <a:rPr lang="en-US" sz="2800" dirty="0"/>
              <a:t> like &lt;b&gt; and &lt;/b&gt; </a:t>
            </a:r>
          </a:p>
          <a:p>
            <a:pPr lvl="2"/>
            <a:endParaRPr lang="en-US" dirty="0"/>
          </a:p>
          <a:p>
            <a:r>
              <a:rPr lang="en-US" sz="2800" dirty="0"/>
              <a:t>The first tag in a pair is the </a:t>
            </a:r>
            <a:r>
              <a:rPr lang="en-US" sz="2800" b="1" dirty="0"/>
              <a:t>start tag,</a:t>
            </a:r>
            <a:r>
              <a:rPr lang="en-US" sz="2800" dirty="0"/>
              <a:t> the second tag is the </a:t>
            </a:r>
            <a:r>
              <a:rPr lang="en-US" sz="2800" b="1" dirty="0"/>
              <a:t>end tag</a:t>
            </a:r>
            <a:r>
              <a:rPr lang="en-US" sz="2800" dirty="0"/>
              <a:t> </a:t>
            </a:r>
          </a:p>
          <a:p>
            <a:pPr lvl="1"/>
            <a:r>
              <a:rPr lang="en-US" dirty="0"/>
              <a:t>Start and end tags are also called </a:t>
            </a:r>
            <a:r>
              <a:rPr lang="en-US" b="1" dirty="0"/>
              <a:t>opening tags</a:t>
            </a:r>
            <a:r>
              <a:rPr lang="en-US" dirty="0"/>
              <a:t> and </a:t>
            </a:r>
            <a:r>
              <a:rPr lang="en-US" b="1" dirty="0"/>
              <a:t>closing tags</a:t>
            </a:r>
            <a:endParaRPr lang="en-US" dirty="0"/>
          </a:p>
          <a:p>
            <a:pPr lvl="1"/>
            <a:r>
              <a:rPr lang="en-US" dirty="0"/>
              <a:t>For example, &lt;html&gt; is the opening tag and &lt;/html&gt; is the closing tag. Note that the closing tag has the same text as the opening tag, but has an additional forward-slash ( / ) character.</a:t>
            </a:r>
          </a:p>
          <a:p>
            <a:pPr lvl="2"/>
            <a:endParaRPr lang="en-US" dirty="0"/>
          </a:p>
          <a:p>
            <a:r>
              <a:rPr lang="en-US" dirty="0"/>
              <a:t>The purpose of a web browser (Chrome, Edge, Firefox, Safari) is to read HTML documents and display them.</a:t>
            </a:r>
          </a:p>
          <a:p>
            <a:pPr lvl="1"/>
            <a:endParaRPr lang="en-US" dirty="0"/>
          </a:p>
          <a:p>
            <a:r>
              <a:rPr lang="en-US" dirty="0"/>
              <a:t>HTML tags are the hidden keywords within a web page that define how the browser must format and display the content.</a:t>
            </a:r>
          </a:p>
          <a:p>
            <a:pPr lvl="1"/>
            <a:r>
              <a:rPr lang="en-US" dirty="0"/>
              <a:t>The browser does not display the HTML tags, but uses them to determine how to display the document:</a:t>
            </a:r>
          </a:p>
          <a:p>
            <a:endParaRPr lang="en-US" dirty="0"/>
          </a:p>
        </p:txBody>
      </p:sp>
    </p:spTree>
    <p:extLst>
      <p:ext uri="{BB962C8B-B14F-4D97-AF65-F5344CB8AC3E}">
        <p14:creationId xmlns:p14="http://schemas.microsoft.com/office/powerpoint/2010/main" val="1073806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43744"/>
            <a:ext cx="10515600" cy="838033"/>
          </a:xfrm>
        </p:spPr>
        <p:txBody>
          <a:bodyPr>
            <a:normAutofit/>
          </a:bodyPr>
          <a:lstStyle/>
          <a:p>
            <a:pPr algn="ctr"/>
            <a:r>
              <a:rPr lang="en-US" sz="4000" b="1" dirty="0"/>
              <a:t>HTML TAGS</a:t>
            </a:r>
          </a:p>
        </p:txBody>
      </p:sp>
      <p:sp>
        <p:nvSpPr>
          <p:cNvPr id="5" name="Content Placeholder 4"/>
          <p:cNvSpPr>
            <a:spLocks noGrp="1"/>
          </p:cNvSpPr>
          <p:nvPr>
            <p:ph idx="1"/>
          </p:nvPr>
        </p:nvSpPr>
        <p:spPr>
          <a:xfrm>
            <a:off x="838200" y="1463040"/>
            <a:ext cx="10515600" cy="4713923"/>
          </a:xfrm>
        </p:spPr>
        <p:txBody>
          <a:bodyPr>
            <a:normAutofit/>
          </a:bodyPr>
          <a:lstStyle/>
          <a:p>
            <a:pPr>
              <a:buClr>
                <a:schemeClr val="hlink"/>
              </a:buClr>
              <a:buFont typeface="Wingdings" panose="05000000000000000000" pitchFamily="2" charset="2"/>
              <a:buChar char="§"/>
            </a:pPr>
            <a:r>
              <a:rPr lang="en-US" altLang="en-US" sz="3200" dirty="0"/>
              <a:t>Codes enclosed in brackets</a:t>
            </a:r>
          </a:p>
          <a:p>
            <a:pPr>
              <a:buClr>
                <a:schemeClr val="hlink"/>
              </a:buClr>
              <a:buFont typeface="Wingdings" panose="05000000000000000000" pitchFamily="2" charset="2"/>
              <a:buChar char="§"/>
            </a:pPr>
            <a:r>
              <a:rPr lang="en-US" altLang="en-US" sz="3200" dirty="0"/>
              <a:t>Usually paired</a:t>
            </a:r>
          </a:p>
          <a:p>
            <a:pPr lvl="1">
              <a:buClr>
                <a:schemeClr val="hlink"/>
              </a:buClr>
              <a:buFont typeface="Wingdings" panose="05000000000000000000" pitchFamily="2" charset="2"/>
              <a:buNone/>
            </a:pPr>
            <a:r>
              <a:rPr lang="en-US" altLang="en-US" sz="3200" dirty="0">
                <a:solidFill>
                  <a:srgbClr val="FF0000"/>
                </a:solidFill>
              </a:rPr>
              <a:t>&lt;title&gt;</a:t>
            </a:r>
            <a:r>
              <a:rPr lang="en-US" altLang="en-US" sz="3200" dirty="0"/>
              <a:t>My Web Page</a:t>
            </a:r>
            <a:r>
              <a:rPr lang="en-US" altLang="en-US" sz="3200" dirty="0">
                <a:solidFill>
                  <a:srgbClr val="FF0000"/>
                </a:solidFill>
              </a:rPr>
              <a:t>&lt;/title&gt;</a:t>
            </a:r>
          </a:p>
          <a:p>
            <a:pPr>
              <a:buClr>
                <a:schemeClr val="hlink"/>
              </a:buClr>
              <a:buFont typeface="Wingdings" panose="05000000000000000000" pitchFamily="2" charset="2"/>
              <a:buChar char="§"/>
            </a:pPr>
            <a:r>
              <a:rPr lang="en-US" altLang="en-US" sz="3600" b="1" i="1" dirty="0">
                <a:solidFill>
                  <a:srgbClr val="0000CC"/>
                </a:solidFill>
              </a:rPr>
              <a:t>Not</a:t>
            </a:r>
            <a:r>
              <a:rPr lang="en-US" altLang="en-US" sz="3200" dirty="0"/>
              <a:t> case sensitive</a:t>
            </a:r>
          </a:p>
          <a:p>
            <a:pPr lvl="1">
              <a:buClr>
                <a:schemeClr val="hlink"/>
              </a:buClr>
              <a:buFont typeface="Wingdings" panose="05000000000000000000" pitchFamily="2" charset="2"/>
              <a:buNone/>
            </a:pPr>
            <a:r>
              <a:rPr lang="en-US" altLang="en-US" sz="3200" dirty="0">
                <a:solidFill>
                  <a:srgbClr val="FF0000"/>
                </a:solidFill>
              </a:rPr>
              <a:t>&lt;title&gt; = &lt; TITLE &gt;</a:t>
            </a:r>
          </a:p>
        </p:txBody>
      </p:sp>
    </p:spTree>
    <p:extLst>
      <p:ext uri="{BB962C8B-B14F-4D97-AF65-F5344CB8AC3E}">
        <p14:creationId xmlns:p14="http://schemas.microsoft.com/office/powerpoint/2010/main" val="2101670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403"/>
            <a:ext cx="10515600" cy="991125"/>
          </a:xfrm>
        </p:spPr>
        <p:txBody>
          <a:bodyPr>
            <a:normAutofit/>
          </a:bodyPr>
          <a:lstStyle/>
          <a:p>
            <a:pPr algn="ctr"/>
            <a:r>
              <a:rPr lang="en-US" altLang="en-US" sz="4000" b="1" dirty="0">
                <a:solidFill>
                  <a:schemeClr val="tx1"/>
                </a:solidFill>
              </a:rPr>
              <a:t>Creating a First HTML Page</a:t>
            </a:r>
            <a:endParaRPr lang="en-US" sz="4000" b="1" dirty="0">
              <a:solidFill>
                <a:schemeClr val="tx1"/>
              </a:solidFill>
            </a:endParaRPr>
          </a:p>
        </p:txBody>
      </p:sp>
      <p:sp>
        <p:nvSpPr>
          <p:cNvPr id="3" name="Content Placeholder 2"/>
          <p:cNvSpPr>
            <a:spLocks noGrp="1"/>
          </p:cNvSpPr>
          <p:nvPr>
            <p:ph idx="1"/>
          </p:nvPr>
        </p:nvSpPr>
        <p:spPr>
          <a:xfrm>
            <a:off x="1193533" y="1674796"/>
            <a:ext cx="9654140" cy="4745255"/>
          </a:xfrm>
        </p:spPr>
        <p:txBody>
          <a:bodyPr>
            <a:normAutofit/>
          </a:bodyPr>
          <a:lstStyle/>
          <a:p>
            <a:pPr marL="571500" lvl="1">
              <a:buFontTx/>
              <a:buNone/>
            </a:pPr>
            <a:r>
              <a:rPr lang="en-US" altLang="en-US" sz="2800" dirty="0"/>
              <a:t>&lt;HTML&gt;</a:t>
            </a:r>
          </a:p>
          <a:p>
            <a:pPr marL="571500" lvl="1">
              <a:buFontTx/>
              <a:buNone/>
            </a:pPr>
            <a:r>
              <a:rPr lang="en-US" altLang="en-US" sz="2800" dirty="0">
                <a:solidFill>
                  <a:srgbClr val="FF0000"/>
                </a:solidFill>
              </a:rPr>
              <a:t>&lt;HEAD&gt;</a:t>
            </a:r>
          </a:p>
          <a:p>
            <a:pPr marL="571500" lvl="1">
              <a:buFontTx/>
              <a:buNone/>
            </a:pPr>
            <a:r>
              <a:rPr lang="en-US" altLang="en-US" sz="2800" dirty="0">
                <a:solidFill>
                  <a:srgbClr val="008000"/>
                </a:solidFill>
              </a:rPr>
              <a:t>&lt;TITLE&gt;My University&lt;/TITLE&gt;</a:t>
            </a:r>
          </a:p>
          <a:p>
            <a:pPr marL="571500" lvl="1">
              <a:buFontTx/>
              <a:buNone/>
            </a:pPr>
            <a:r>
              <a:rPr lang="en-US" altLang="en-US" sz="2800" dirty="0">
                <a:solidFill>
                  <a:srgbClr val="FF0000"/>
                </a:solidFill>
              </a:rPr>
              <a:t>&lt;/HEAD&gt;</a:t>
            </a:r>
          </a:p>
          <a:p>
            <a:pPr marL="571500" lvl="1">
              <a:buFontTx/>
              <a:buNone/>
            </a:pPr>
            <a:r>
              <a:rPr lang="en-US" altLang="en-US" sz="2800" dirty="0">
                <a:solidFill>
                  <a:srgbClr val="990000"/>
                </a:solidFill>
              </a:rPr>
              <a:t>&lt;BODY&gt;</a:t>
            </a:r>
          </a:p>
          <a:p>
            <a:pPr marL="571500" lvl="1">
              <a:buFontTx/>
              <a:buNone/>
            </a:pPr>
            <a:r>
              <a:rPr lang="en-US" altLang="en-US" sz="2800" dirty="0"/>
              <a:t>	This is what is displayed.</a:t>
            </a:r>
          </a:p>
          <a:p>
            <a:pPr marL="571500" lvl="1">
              <a:buFontTx/>
              <a:buNone/>
            </a:pPr>
            <a:r>
              <a:rPr lang="en-US" altLang="en-US" sz="2800" dirty="0">
                <a:solidFill>
                  <a:srgbClr val="990000"/>
                </a:solidFill>
              </a:rPr>
              <a:t>&lt;/BODY&gt;</a:t>
            </a:r>
          </a:p>
          <a:p>
            <a:pPr marL="571500" lvl="1">
              <a:buFontTx/>
              <a:buNone/>
            </a:pPr>
            <a:r>
              <a:rPr lang="en-US" altLang="en-US" sz="2800" dirty="0"/>
              <a:t>&lt;/HTML&gt;</a:t>
            </a:r>
          </a:p>
          <a:p>
            <a:endParaRPr lang="en-US" sz="2400" dirty="0"/>
          </a:p>
        </p:txBody>
      </p:sp>
      <p:pic>
        <p:nvPicPr>
          <p:cNvPr id="4" name="Google Shape;140;p22">
            <a:extLst>
              <a:ext uri="{FF2B5EF4-FFF2-40B4-BE49-F238E27FC236}">
                <a16:creationId xmlns:a16="http://schemas.microsoft.com/office/drawing/2014/main" id="{93658B04-E85D-17EA-0800-DA4D932959B6}"/>
              </a:ext>
            </a:extLst>
          </p:cNvPr>
          <p:cNvPicPr preferRelativeResize="0"/>
          <p:nvPr/>
        </p:nvPicPr>
        <p:blipFill>
          <a:blip r:embed="rId2">
            <a:alphaModFix/>
          </a:blip>
          <a:stretch>
            <a:fillRect/>
          </a:stretch>
        </p:blipFill>
        <p:spPr>
          <a:xfrm>
            <a:off x="7806319" y="2271562"/>
            <a:ext cx="3291609" cy="2454308"/>
          </a:xfrm>
          <a:prstGeom prst="rect">
            <a:avLst/>
          </a:prstGeom>
          <a:noFill/>
          <a:ln w="38100" cap="flat" cmpd="sng">
            <a:solidFill>
              <a:srgbClr val="000000"/>
            </a:solidFill>
            <a:prstDash val="solid"/>
            <a:round/>
            <a:headEnd type="none" w="sm" len="sm"/>
            <a:tailEnd type="none" w="sm" len="sm"/>
          </a:ln>
        </p:spPr>
      </p:pic>
    </p:spTree>
    <p:extLst>
      <p:ext uri="{BB962C8B-B14F-4D97-AF65-F5344CB8AC3E}">
        <p14:creationId xmlns:p14="http://schemas.microsoft.com/office/powerpoint/2010/main" val="1400524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20183"/>
            <a:ext cx="10515600" cy="4816987"/>
          </a:xfrm>
        </p:spPr>
        <p:txBody>
          <a:bodyPr>
            <a:noAutofit/>
          </a:bodyPr>
          <a:lstStyle/>
          <a:p>
            <a:r>
              <a:rPr lang="en-US" dirty="0">
                <a:solidFill>
                  <a:schemeClr val="tx1"/>
                </a:solidFill>
              </a:rPr>
              <a:t>The HEAD of your document point to above window part. </a:t>
            </a:r>
          </a:p>
          <a:p>
            <a:pPr lvl="2"/>
            <a:endParaRPr lang="en-US" dirty="0">
              <a:solidFill>
                <a:schemeClr val="tx1"/>
              </a:solidFill>
            </a:endParaRPr>
          </a:p>
          <a:p>
            <a:r>
              <a:rPr lang="en-US" dirty="0">
                <a:solidFill>
                  <a:schemeClr val="tx1"/>
                </a:solidFill>
              </a:rPr>
              <a:t>The TITLE of your document appears in the very top line of the user’s browser. </a:t>
            </a:r>
          </a:p>
          <a:p>
            <a:pPr lvl="2"/>
            <a:endParaRPr lang="en-US" dirty="0">
              <a:solidFill>
                <a:schemeClr val="tx1"/>
              </a:solidFill>
            </a:endParaRPr>
          </a:p>
          <a:p>
            <a:r>
              <a:rPr lang="en-US" dirty="0">
                <a:solidFill>
                  <a:schemeClr val="tx1"/>
                </a:solidFill>
              </a:rPr>
              <a:t>If the user chooses to “Bookmark” your page or save as a “Favorite”; it is the TITLE that is added to the list.</a:t>
            </a:r>
          </a:p>
          <a:p>
            <a:pPr lvl="2"/>
            <a:endParaRPr lang="en-US" dirty="0">
              <a:solidFill>
                <a:schemeClr val="tx1"/>
              </a:solidFill>
            </a:endParaRPr>
          </a:p>
          <a:p>
            <a:r>
              <a:rPr lang="en-US" dirty="0">
                <a:solidFill>
                  <a:schemeClr val="tx1"/>
                </a:solidFill>
              </a:rPr>
              <a:t>The text in your TITLE should be as descriptive as possible because this is what many search engines, on the internet, use for indexing your site.</a:t>
            </a:r>
          </a:p>
          <a:p>
            <a:endParaRPr lang="en-US" dirty="0">
              <a:solidFill>
                <a:schemeClr val="tx1"/>
              </a:solidFill>
            </a:endParaRPr>
          </a:p>
        </p:txBody>
      </p:sp>
      <p:sp>
        <p:nvSpPr>
          <p:cNvPr id="7" name="Title 1">
            <a:extLst>
              <a:ext uri="{FF2B5EF4-FFF2-40B4-BE49-F238E27FC236}">
                <a16:creationId xmlns:a16="http://schemas.microsoft.com/office/drawing/2014/main" id="{05F21DF9-8486-1415-614E-101ED42BBE6F}"/>
              </a:ext>
            </a:extLst>
          </p:cNvPr>
          <p:cNvSpPr>
            <a:spLocks noGrp="1"/>
          </p:cNvSpPr>
          <p:nvPr>
            <p:ph type="title"/>
          </p:nvPr>
        </p:nvSpPr>
        <p:spPr>
          <a:xfrm>
            <a:off x="915202" y="85542"/>
            <a:ext cx="10515600" cy="1075486"/>
          </a:xfrm>
        </p:spPr>
        <p:txBody>
          <a:bodyPr>
            <a:normAutofit/>
          </a:bodyPr>
          <a:lstStyle/>
          <a:p>
            <a:pPr algn="ctr"/>
            <a:r>
              <a:rPr lang="en-US" altLang="en-US" sz="4000" b="1" dirty="0">
                <a:solidFill>
                  <a:schemeClr val="tx1"/>
                </a:solidFill>
              </a:rPr>
              <a:t>Creating a First HTML Page</a:t>
            </a:r>
            <a:endParaRPr lang="en-US" sz="4000" b="1" dirty="0">
              <a:solidFill>
                <a:schemeClr val="tx1"/>
              </a:solidFill>
            </a:endParaRPr>
          </a:p>
        </p:txBody>
      </p:sp>
    </p:spTree>
    <p:extLst>
      <p:ext uri="{BB962C8B-B14F-4D97-AF65-F5344CB8AC3E}">
        <p14:creationId xmlns:p14="http://schemas.microsoft.com/office/powerpoint/2010/main" val="3883374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815" y="18255"/>
            <a:ext cx="10515600" cy="818507"/>
          </a:xfrm>
        </p:spPr>
        <p:txBody>
          <a:bodyPr>
            <a:normAutofit/>
          </a:bodyPr>
          <a:lstStyle/>
          <a:p>
            <a:pPr algn="ctr"/>
            <a:r>
              <a:rPr lang="en-US" altLang="en-US" sz="4000" b="1" dirty="0">
                <a:solidFill>
                  <a:schemeClr val="tx1"/>
                </a:solidFill>
              </a:rPr>
              <a:t>Headings, &lt;</a:t>
            </a:r>
            <a:r>
              <a:rPr lang="en-US" altLang="en-US" sz="4000" b="1" dirty="0" err="1">
                <a:solidFill>
                  <a:schemeClr val="tx1"/>
                </a:solidFill>
              </a:rPr>
              <a:t>Hx</a:t>
            </a:r>
            <a:r>
              <a:rPr lang="en-US" altLang="en-US" sz="4000" b="1" dirty="0">
                <a:solidFill>
                  <a:schemeClr val="tx1"/>
                </a:solidFill>
              </a:rPr>
              <a:t>&gt; &lt;/</a:t>
            </a:r>
            <a:r>
              <a:rPr lang="en-US" altLang="en-US" sz="4000" b="1" dirty="0" err="1">
                <a:solidFill>
                  <a:schemeClr val="tx1"/>
                </a:solidFill>
              </a:rPr>
              <a:t>Hx</a:t>
            </a:r>
            <a:r>
              <a:rPr lang="en-US" altLang="en-US" sz="4000" b="1" dirty="0">
                <a:solidFill>
                  <a:schemeClr val="tx1"/>
                </a:solidFill>
              </a:rPr>
              <a:t>&gt;</a:t>
            </a:r>
            <a:endParaRPr lang="en-US" sz="4000" dirty="0"/>
          </a:p>
        </p:txBody>
      </p:sp>
      <p:sp>
        <p:nvSpPr>
          <p:cNvPr id="5" name="Content Placeholder 4">
            <a:extLst>
              <a:ext uri="{FF2B5EF4-FFF2-40B4-BE49-F238E27FC236}">
                <a16:creationId xmlns:a16="http://schemas.microsoft.com/office/drawing/2014/main" id="{AC3E4502-3960-3515-87FE-965A86EEEBB4}"/>
              </a:ext>
            </a:extLst>
          </p:cNvPr>
          <p:cNvSpPr>
            <a:spLocks noGrp="1"/>
          </p:cNvSpPr>
          <p:nvPr>
            <p:ph idx="1"/>
          </p:nvPr>
        </p:nvSpPr>
        <p:spPr>
          <a:xfrm>
            <a:off x="182593" y="1242203"/>
            <a:ext cx="5597105" cy="5003771"/>
          </a:xfrm>
        </p:spPr>
        <p:txBody>
          <a:bodyPr>
            <a:normAutofit/>
          </a:bodyPr>
          <a:lstStyle/>
          <a:p>
            <a:r>
              <a:rPr lang="en-US" sz="2400" dirty="0"/>
              <a:t>Inside the BODY element, heading elements H1 through H6 are generally used for major divisions of the document. </a:t>
            </a:r>
          </a:p>
          <a:p>
            <a:r>
              <a:rPr lang="en-US" sz="2400" dirty="0"/>
              <a:t>Headings are permitted to appear in any order, but you will obtain the best results when your documents are displayed in a browser if you follow these guidelines:</a:t>
            </a:r>
          </a:p>
          <a:p>
            <a:pPr lvl="1"/>
            <a:r>
              <a:rPr lang="en-US" sz="2000" dirty="0"/>
              <a:t>H1: should be used as the highest level of heading, H2 as the next highest, and so forth.</a:t>
            </a:r>
          </a:p>
          <a:p>
            <a:pPr lvl="1"/>
            <a:r>
              <a:rPr lang="en-US" sz="2000" dirty="0"/>
              <a:t>You should not skip heading levels: e.g., an H3 should not appear after an H1, unless there is an H2 between them.</a:t>
            </a:r>
          </a:p>
          <a:p>
            <a:endParaRPr lang="en-US" sz="2400" dirty="0"/>
          </a:p>
        </p:txBody>
      </p:sp>
      <p:sp>
        <p:nvSpPr>
          <p:cNvPr id="7" name="Rectangle 3">
            <a:extLst>
              <a:ext uri="{FF2B5EF4-FFF2-40B4-BE49-F238E27FC236}">
                <a16:creationId xmlns:a16="http://schemas.microsoft.com/office/drawing/2014/main" id="{CCA497A9-8202-28FC-A9CF-AC8802CBCC52}"/>
              </a:ext>
            </a:extLst>
          </p:cNvPr>
          <p:cNvSpPr txBox="1">
            <a:spLocks noChangeArrowheads="1"/>
          </p:cNvSpPr>
          <p:nvPr/>
        </p:nvSpPr>
        <p:spPr>
          <a:xfrm>
            <a:off x="6326496" y="1354408"/>
            <a:ext cx="2707844" cy="4525963"/>
          </a:xfrm>
          <a:prstGeom prst="rect">
            <a:avLst/>
          </a:prstGeom>
          <a:solidFill>
            <a:schemeClr val="bg1"/>
          </a:solid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Tx/>
              <a:buNone/>
            </a:pPr>
            <a:r>
              <a:rPr lang="en-US" altLang="en-US" sz="1200" b="1" dirty="0"/>
              <a:t>&lt;HTML&gt;</a:t>
            </a:r>
          </a:p>
          <a:p>
            <a:pPr>
              <a:buFontTx/>
              <a:buNone/>
            </a:pPr>
            <a:r>
              <a:rPr lang="en-US" altLang="en-US" sz="1200" b="1" dirty="0"/>
              <a:t>&lt;HEAD&gt;</a:t>
            </a:r>
          </a:p>
          <a:p>
            <a:pPr>
              <a:buFontTx/>
              <a:buNone/>
            </a:pPr>
            <a:r>
              <a:rPr lang="en-US" altLang="en-US" sz="1200" b="1" dirty="0"/>
              <a:t>&lt;TITLE&gt; Example Page&lt;/TITLE&gt;</a:t>
            </a:r>
          </a:p>
          <a:p>
            <a:pPr>
              <a:buFontTx/>
              <a:buNone/>
            </a:pPr>
            <a:r>
              <a:rPr lang="en-US" altLang="en-US" sz="1200" b="1" dirty="0"/>
              <a:t>&lt;/HEAD&gt;</a:t>
            </a:r>
          </a:p>
          <a:p>
            <a:pPr>
              <a:buFontTx/>
              <a:buNone/>
            </a:pPr>
            <a:r>
              <a:rPr lang="en-US" altLang="en-US" sz="1200" b="1" dirty="0"/>
              <a:t>&lt;BODY&gt;</a:t>
            </a:r>
          </a:p>
          <a:p>
            <a:pPr>
              <a:buFontTx/>
              <a:buNone/>
            </a:pPr>
            <a:r>
              <a:rPr lang="en-US" altLang="en-US" sz="1200" b="1" dirty="0"/>
              <a:t>&lt;H1&gt; Heading 1 &lt;/H1&gt;</a:t>
            </a:r>
          </a:p>
          <a:p>
            <a:pPr>
              <a:buFontTx/>
              <a:buNone/>
            </a:pPr>
            <a:r>
              <a:rPr lang="en-US" altLang="en-US" sz="1200" b="1" dirty="0"/>
              <a:t>&lt;H2&gt; Heading 2 &lt;/H2&gt;</a:t>
            </a:r>
          </a:p>
          <a:p>
            <a:pPr>
              <a:buFontTx/>
              <a:buNone/>
            </a:pPr>
            <a:r>
              <a:rPr lang="en-US" altLang="en-US" sz="1200" b="1" dirty="0"/>
              <a:t>&lt;H3&gt; Heading 3 &lt;/H3&gt;</a:t>
            </a:r>
          </a:p>
          <a:p>
            <a:pPr>
              <a:buFontTx/>
              <a:buNone/>
            </a:pPr>
            <a:r>
              <a:rPr lang="en-US" altLang="en-US" sz="1200" b="1" dirty="0"/>
              <a:t>&lt;H4&gt; Heading 4 &lt;/H4&gt;</a:t>
            </a:r>
          </a:p>
          <a:p>
            <a:pPr>
              <a:buFontTx/>
              <a:buNone/>
            </a:pPr>
            <a:r>
              <a:rPr lang="en-US" altLang="en-US" sz="1200" b="1" dirty="0"/>
              <a:t>&lt;H5&gt; Heading 5 &lt;/H5&gt;</a:t>
            </a:r>
          </a:p>
          <a:p>
            <a:pPr>
              <a:buFontTx/>
              <a:buNone/>
            </a:pPr>
            <a:r>
              <a:rPr lang="en-US" altLang="en-US" sz="1200" b="1" dirty="0"/>
              <a:t>&lt;H6&gt; Heading 6 &lt;/H6&gt;</a:t>
            </a:r>
          </a:p>
          <a:p>
            <a:pPr>
              <a:buFontTx/>
              <a:buNone/>
            </a:pPr>
            <a:r>
              <a:rPr lang="en-US" altLang="en-US" sz="1200" b="1" dirty="0"/>
              <a:t>&lt;/BODY&gt;</a:t>
            </a:r>
          </a:p>
          <a:p>
            <a:pPr>
              <a:buFontTx/>
              <a:buNone/>
            </a:pPr>
            <a:r>
              <a:rPr lang="en-US" altLang="en-US" sz="1200" b="1" dirty="0"/>
              <a:t>&lt;/HTML&gt;</a:t>
            </a:r>
          </a:p>
          <a:p>
            <a:pPr>
              <a:buFontTx/>
              <a:buNone/>
            </a:pPr>
            <a:endParaRPr lang="en-US" altLang="en-US" sz="1200" b="1" dirty="0"/>
          </a:p>
        </p:txBody>
      </p:sp>
      <p:sp>
        <p:nvSpPr>
          <p:cNvPr id="8" name="Rectangle 4">
            <a:extLst>
              <a:ext uri="{FF2B5EF4-FFF2-40B4-BE49-F238E27FC236}">
                <a16:creationId xmlns:a16="http://schemas.microsoft.com/office/drawing/2014/main" id="{79939499-E3B1-636E-9662-89A7A8982160}"/>
              </a:ext>
            </a:extLst>
          </p:cNvPr>
          <p:cNvSpPr txBox="1">
            <a:spLocks noChangeArrowheads="1"/>
          </p:cNvSpPr>
          <p:nvPr/>
        </p:nvSpPr>
        <p:spPr>
          <a:xfrm>
            <a:off x="8842076" y="2818201"/>
            <a:ext cx="2995751" cy="3677490"/>
          </a:xfrm>
          <a:prstGeom prst="rect">
            <a:avLst/>
          </a:prstGeom>
          <a:solidFill>
            <a:schemeClr val="bg1"/>
          </a:solidFill>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Tx/>
              <a:buNone/>
            </a:pPr>
            <a:r>
              <a:rPr lang="en-US" altLang="en-US" sz="3600" b="1" dirty="0">
                <a:solidFill>
                  <a:schemeClr val="tx2"/>
                </a:solidFill>
              </a:rPr>
              <a:t>Heading 1</a:t>
            </a:r>
          </a:p>
          <a:p>
            <a:pPr>
              <a:buFontTx/>
              <a:buNone/>
            </a:pPr>
            <a:r>
              <a:rPr lang="en-US" altLang="en-US" sz="3200" b="1" dirty="0">
                <a:solidFill>
                  <a:schemeClr val="tx2"/>
                </a:solidFill>
              </a:rPr>
              <a:t>Heading 2</a:t>
            </a:r>
          </a:p>
          <a:p>
            <a:pPr>
              <a:buFontTx/>
              <a:buNone/>
            </a:pPr>
            <a:r>
              <a:rPr lang="en-US" altLang="en-US" sz="2800" b="1" dirty="0">
                <a:solidFill>
                  <a:schemeClr val="tx2"/>
                </a:solidFill>
              </a:rPr>
              <a:t>Heading 3</a:t>
            </a:r>
          </a:p>
          <a:p>
            <a:pPr>
              <a:buFontTx/>
              <a:buNone/>
            </a:pPr>
            <a:r>
              <a:rPr lang="en-US" altLang="en-US" sz="2400" b="1" dirty="0">
                <a:solidFill>
                  <a:schemeClr val="tx2"/>
                </a:solidFill>
              </a:rPr>
              <a:t>Heading 4</a:t>
            </a:r>
          </a:p>
          <a:p>
            <a:pPr>
              <a:buFontTx/>
              <a:buNone/>
            </a:pPr>
            <a:r>
              <a:rPr lang="en-US" altLang="en-US" b="1" dirty="0">
                <a:solidFill>
                  <a:schemeClr val="tx2"/>
                </a:solidFill>
              </a:rPr>
              <a:t>Heading 5</a:t>
            </a:r>
          </a:p>
          <a:p>
            <a:pPr>
              <a:buFontTx/>
              <a:buNone/>
            </a:pPr>
            <a:r>
              <a:rPr lang="en-US" altLang="en-US" sz="1800" b="1" dirty="0">
                <a:solidFill>
                  <a:schemeClr val="tx2"/>
                </a:solidFill>
              </a:rPr>
              <a:t>Heading 6</a:t>
            </a:r>
          </a:p>
        </p:txBody>
      </p:sp>
      <p:sp>
        <p:nvSpPr>
          <p:cNvPr id="9" name="TextBox 8">
            <a:extLst>
              <a:ext uri="{FF2B5EF4-FFF2-40B4-BE49-F238E27FC236}">
                <a16:creationId xmlns:a16="http://schemas.microsoft.com/office/drawing/2014/main" id="{7B11C726-33BC-F1DC-5B01-2243837225F0}"/>
              </a:ext>
            </a:extLst>
          </p:cNvPr>
          <p:cNvSpPr txBox="1"/>
          <p:nvPr/>
        </p:nvSpPr>
        <p:spPr>
          <a:xfrm>
            <a:off x="5995358" y="1242203"/>
            <a:ext cx="5676182" cy="5253488"/>
          </a:xfrm>
          <a:prstGeom prst="rect">
            <a:avLst/>
          </a:prstGeom>
          <a:noFill/>
          <a:ln>
            <a:solidFill>
              <a:schemeClr val="tx1"/>
            </a:solidFill>
          </a:ln>
        </p:spPr>
        <p:txBody>
          <a:bodyPr wrap="square" rtlCol="0">
            <a:spAutoFit/>
          </a:bodyPr>
          <a:lstStyle/>
          <a:p>
            <a:endParaRPr lang="en-US" dirty="0"/>
          </a:p>
        </p:txBody>
      </p:sp>
    </p:spTree>
    <p:extLst>
      <p:ext uri="{BB962C8B-B14F-4D97-AF65-F5344CB8AC3E}">
        <p14:creationId xmlns:p14="http://schemas.microsoft.com/office/powerpoint/2010/main" val="191298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75485"/>
          </a:xfrm>
        </p:spPr>
        <p:txBody>
          <a:bodyPr>
            <a:normAutofit/>
          </a:bodyPr>
          <a:lstStyle/>
          <a:p>
            <a:pPr algn="ctr"/>
            <a:r>
              <a:rPr lang="en-US" altLang="en-US" sz="4000" b="1" dirty="0">
                <a:solidFill>
                  <a:schemeClr val="tx1"/>
                </a:solidFill>
              </a:rPr>
              <a:t>Paragraphs, &lt;P&gt; &lt;/P&gt;</a:t>
            </a:r>
            <a:endParaRPr lang="en-US" sz="4000" b="1" dirty="0">
              <a:solidFill>
                <a:schemeClr val="tx1"/>
              </a:solidFill>
            </a:endParaRPr>
          </a:p>
        </p:txBody>
      </p:sp>
      <p:sp>
        <p:nvSpPr>
          <p:cNvPr id="3" name="Content Placeholder 2"/>
          <p:cNvSpPr>
            <a:spLocks noGrp="1"/>
          </p:cNvSpPr>
          <p:nvPr>
            <p:ph idx="1"/>
          </p:nvPr>
        </p:nvSpPr>
        <p:spPr>
          <a:xfrm>
            <a:off x="838200" y="1655545"/>
            <a:ext cx="10515600" cy="4521418"/>
          </a:xfrm>
        </p:spPr>
        <p:txBody>
          <a:bodyPr/>
          <a:lstStyle/>
          <a:p>
            <a:r>
              <a:rPr lang="en-US" altLang="en-US" sz="2800" dirty="0"/>
              <a:t>Paragraphs allow you to add text to a document in such a way that it will automatically adjust the end of line to suite the window size of the browser in which it is being displayed. </a:t>
            </a:r>
          </a:p>
          <a:p>
            <a:endParaRPr lang="en-US" altLang="en-US" sz="2800" dirty="0"/>
          </a:p>
          <a:p>
            <a:r>
              <a:rPr lang="en-US" altLang="en-US" sz="2800" dirty="0"/>
              <a:t>Each line of text will stretch the entire length of the window.</a:t>
            </a:r>
          </a:p>
          <a:p>
            <a:endParaRPr lang="en-US" dirty="0"/>
          </a:p>
        </p:txBody>
      </p:sp>
    </p:spTree>
    <p:extLst>
      <p:ext uri="{BB962C8B-B14F-4D97-AF65-F5344CB8AC3E}">
        <p14:creationId xmlns:p14="http://schemas.microsoft.com/office/powerpoint/2010/main" val="2861646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202"/>
            <a:ext cx="10515600" cy="739056"/>
          </a:xfrm>
        </p:spPr>
        <p:txBody>
          <a:bodyPr>
            <a:normAutofit/>
          </a:bodyPr>
          <a:lstStyle/>
          <a:p>
            <a:pPr algn="ctr"/>
            <a:r>
              <a:rPr lang="en-US" altLang="en-US" sz="4000" b="1" dirty="0">
                <a:solidFill>
                  <a:schemeClr val="tx1"/>
                </a:solidFill>
              </a:rPr>
              <a:t>Break, &lt;</a:t>
            </a:r>
            <a:r>
              <a:rPr lang="en-US" altLang="en-US" sz="4000" b="1" dirty="0"/>
              <a:t>BR</a:t>
            </a:r>
            <a:r>
              <a:rPr lang="en-US" altLang="en-US" sz="4000" b="1" dirty="0">
                <a:solidFill>
                  <a:schemeClr val="tx1"/>
                </a:solidFill>
              </a:rPr>
              <a:t>&gt;</a:t>
            </a:r>
            <a:endParaRPr lang="en-US" sz="4000" b="1" dirty="0">
              <a:solidFill>
                <a:schemeClr val="tx1"/>
              </a:solidFill>
            </a:endParaRPr>
          </a:p>
        </p:txBody>
      </p:sp>
      <p:sp>
        <p:nvSpPr>
          <p:cNvPr id="5" name="Content Placeholder 4">
            <a:extLst>
              <a:ext uri="{FF2B5EF4-FFF2-40B4-BE49-F238E27FC236}">
                <a16:creationId xmlns:a16="http://schemas.microsoft.com/office/drawing/2014/main" id="{C90F9CA5-BF89-12E5-1A66-A70C06650868}"/>
              </a:ext>
            </a:extLst>
          </p:cNvPr>
          <p:cNvSpPr>
            <a:spLocks noGrp="1"/>
          </p:cNvSpPr>
          <p:nvPr>
            <p:ph idx="1"/>
          </p:nvPr>
        </p:nvSpPr>
        <p:spPr>
          <a:xfrm>
            <a:off x="838200" y="1026543"/>
            <a:ext cx="10515600" cy="5150420"/>
          </a:xfrm>
        </p:spPr>
        <p:txBody>
          <a:bodyPr>
            <a:normAutofit/>
          </a:bodyPr>
          <a:lstStyle/>
          <a:p>
            <a:r>
              <a:rPr lang="en-US" sz="2400" dirty="0"/>
              <a:t>The &lt;</a:t>
            </a:r>
            <a:r>
              <a:rPr lang="en-US" sz="2400" dirty="0" err="1"/>
              <a:t>br</a:t>
            </a:r>
            <a:r>
              <a:rPr lang="en-US" sz="2400" dirty="0"/>
              <a:t>&gt; tag in HTML stands for "break" and is used to insert a line break in the text. </a:t>
            </a:r>
          </a:p>
          <a:p>
            <a:r>
              <a:rPr lang="en-US" sz="2400" dirty="0"/>
              <a:t>It is an empty tag, meaning it does not have a closing tag (aka void tag). </a:t>
            </a:r>
          </a:p>
          <a:p>
            <a:r>
              <a:rPr lang="en-US" sz="2400" dirty="0"/>
              <a:t>This tag is particularly useful when you want to start a new line without starting a new paragraph.</a:t>
            </a:r>
          </a:p>
          <a:p>
            <a:r>
              <a:rPr lang="en-US" sz="2400" dirty="0"/>
              <a:t>Here's a simple example:</a:t>
            </a:r>
          </a:p>
          <a:p>
            <a:pPr marL="0" indent="0">
              <a:buNone/>
            </a:pPr>
            <a:r>
              <a:rPr lang="en-US" sz="2400" dirty="0"/>
              <a:t>	&lt;p&gt;This is the first line.&lt;</a:t>
            </a:r>
            <a:r>
              <a:rPr lang="en-US" sz="2400" dirty="0" err="1"/>
              <a:t>br</a:t>
            </a:r>
            <a:r>
              <a:rPr lang="en-US" sz="2400" dirty="0"/>
              <a:t>&gt;This is the second line.&lt;/p&gt;</a:t>
            </a:r>
          </a:p>
          <a:p>
            <a:r>
              <a:rPr lang="en-US" sz="2400" dirty="0"/>
              <a:t>It is useful for writing a poem or an address, where the division of lines is significant.</a:t>
            </a:r>
          </a:p>
          <a:p>
            <a:endParaRPr lang="en-US" sz="2400" dirty="0"/>
          </a:p>
        </p:txBody>
      </p:sp>
      <p:pic>
        <p:nvPicPr>
          <p:cNvPr id="9" name="Picture 8">
            <a:extLst>
              <a:ext uri="{FF2B5EF4-FFF2-40B4-BE49-F238E27FC236}">
                <a16:creationId xmlns:a16="http://schemas.microsoft.com/office/drawing/2014/main" id="{8010C980-C56A-E8BD-547C-B94854091F3A}"/>
              </a:ext>
            </a:extLst>
          </p:cNvPr>
          <p:cNvPicPr>
            <a:picLocks noChangeAspect="1"/>
          </p:cNvPicPr>
          <p:nvPr/>
        </p:nvPicPr>
        <p:blipFill>
          <a:blip r:embed="rId2"/>
          <a:stretch>
            <a:fillRect/>
          </a:stretch>
        </p:blipFill>
        <p:spPr>
          <a:xfrm>
            <a:off x="3034456" y="4840838"/>
            <a:ext cx="5721644" cy="1168460"/>
          </a:xfrm>
          <a:prstGeom prst="rect">
            <a:avLst/>
          </a:prstGeom>
          <a:ln>
            <a:solidFill>
              <a:schemeClr val="tx1"/>
            </a:solidFill>
          </a:ln>
        </p:spPr>
      </p:pic>
    </p:spTree>
    <p:extLst>
      <p:ext uri="{BB962C8B-B14F-4D97-AF65-F5344CB8AC3E}">
        <p14:creationId xmlns:p14="http://schemas.microsoft.com/office/powerpoint/2010/main" val="3122087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5617"/>
            <a:ext cx="10515600" cy="895785"/>
          </a:xfrm>
        </p:spPr>
        <p:txBody>
          <a:bodyPr>
            <a:normAutofit/>
          </a:bodyPr>
          <a:lstStyle/>
          <a:p>
            <a:pPr algn="ctr"/>
            <a:r>
              <a:rPr lang="en-US" altLang="en-US" sz="4000" b="1" dirty="0">
                <a:solidFill>
                  <a:schemeClr val="tx1"/>
                </a:solidFill>
              </a:rPr>
              <a:t>Horizontal Rule, &lt;</a:t>
            </a:r>
            <a:r>
              <a:rPr lang="en-US" altLang="en-US" sz="4000" b="1" dirty="0" err="1"/>
              <a:t>hr</a:t>
            </a:r>
            <a:r>
              <a:rPr lang="en-US" altLang="en-US" sz="4000" b="1" dirty="0">
                <a:solidFill>
                  <a:schemeClr val="tx1"/>
                </a:solidFill>
              </a:rPr>
              <a:t>&gt;</a:t>
            </a:r>
            <a:endParaRPr lang="en-US" sz="4000" b="1" dirty="0">
              <a:solidFill>
                <a:schemeClr val="tx1"/>
              </a:solidFill>
            </a:endParaRPr>
          </a:p>
        </p:txBody>
      </p:sp>
      <p:sp>
        <p:nvSpPr>
          <p:cNvPr id="6" name="Content Placeholder 4">
            <a:extLst>
              <a:ext uri="{FF2B5EF4-FFF2-40B4-BE49-F238E27FC236}">
                <a16:creationId xmlns:a16="http://schemas.microsoft.com/office/drawing/2014/main" id="{A8D9BB53-4457-6973-1892-D6519A22AB32}"/>
              </a:ext>
            </a:extLst>
          </p:cNvPr>
          <p:cNvSpPr>
            <a:spLocks noGrp="1"/>
          </p:cNvSpPr>
          <p:nvPr>
            <p:ph idx="1"/>
          </p:nvPr>
        </p:nvSpPr>
        <p:spPr>
          <a:xfrm>
            <a:off x="1021080" y="1607419"/>
            <a:ext cx="10515600" cy="3182421"/>
          </a:xfrm>
        </p:spPr>
        <p:txBody>
          <a:bodyPr>
            <a:normAutofit/>
          </a:bodyPr>
          <a:lstStyle/>
          <a:p>
            <a:r>
              <a:rPr lang="en-US" sz="2400" dirty="0"/>
              <a:t>The &lt;</a:t>
            </a:r>
            <a:r>
              <a:rPr lang="en-US" sz="2400" dirty="0" err="1"/>
              <a:t>hr</a:t>
            </a:r>
            <a:r>
              <a:rPr lang="en-US" sz="2400" dirty="0"/>
              <a:t>&gt; element causes the browser to display a horizontal line (rule) in your document.</a:t>
            </a:r>
          </a:p>
          <a:p>
            <a:endParaRPr lang="en-US" sz="2400" dirty="0"/>
          </a:p>
          <a:p>
            <a:r>
              <a:rPr lang="en-US" sz="2400" dirty="0"/>
              <a:t>&lt;</a:t>
            </a:r>
            <a:r>
              <a:rPr lang="en-US" sz="2400" dirty="0" err="1"/>
              <a:t>hr</a:t>
            </a:r>
            <a:r>
              <a:rPr lang="en-US" sz="2400" dirty="0"/>
              <a:t>&gt; does not use a closing tag, &lt;/</a:t>
            </a:r>
            <a:r>
              <a:rPr lang="en-US" sz="2400" dirty="0" err="1"/>
              <a:t>hr</a:t>
            </a:r>
            <a:r>
              <a:rPr lang="en-US" sz="2400" dirty="0"/>
              <a:t>&gt;</a:t>
            </a:r>
          </a:p>
          <a:p>
            <a:r>
              <a:rPr lang="en-US" sz="2400" dirty="0"/>
              <a:t>Aka void tag</a:t>
            </a:r>
          </a:p>
        </p:txBody>
      </p:sp>
    </p:spTree>
    <p:extLst>
      <p:ext uri="{BB962C8B-B14F-4D97-AF65-F5344CB8AC3E}">
        <p14:creationId xmlns:p14="http://schemas.microsoft.com/office/powerpoint/2010/main" val="39799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827" y="0"/>
            <a:ext cx="10515600" cy="934286"/>
          </a:xfrm>
        </p:spPr>
        <p:txBody>
          <a:bodyPr>
            <a:normAutofit/>
          </a:bodyPr>
          <a:lstStyle/>
          <a:p>
            <a:pPr algn="ctr"/>
            <a:r>
              <a:rPr lang="en-US" sz="4000" b="1" dirty="0"/>
              <a:t>HTML Text Formatting Elements</a:t>
            </a:r>
            <a:endParaRPr lang="en-US" sz="4000" dirty="0"/>
          </a:p>
        </p:txBody>
      </p:sp>
      <p:sp>
        <p:nvSpPr>
          <p:cNvPr id="3" name="Content Placeholder 2"/>
          <p:cNvSpPr>
            <a:spLocks noGrp="1"/>
          </p:cNvSpPr>
          <p:nvPr>
            <p:ph idx="1"/>
          </p:nvPr>
        </p:nvSpPr>
        <p:spPr>
          <a:xfrm>
            <a:off x="827773" y="1116532"/>
            <a:ext cx="11011301" cy="3676849"/>
          </a:xfrm>
        </p:spPr>
        <p:txBody>
          <a:bodyPr>
            <a:normAutofit/>
          </a:bodyPr>
          <a:lstStyle/>
          <a:p>
            <a:pPr>
              <a:buFont typeface="Wingdings" panose="05000000000000000000" pitchFamily="2" charset="2"/>
              <a:buChar char="§"/>
            </a:pPr>
            <a:r>
              <a:rPr lang="en-US" sz="2000" dirty="0"/>
              <a:t>The HTML </a:t>
            </a:r>
            <a:r>
              <a:rPr lang="en-US" sz="2000" b="1" dirty="0"/>
              <a:t>&lt;b&gt;</a:t>
            </a:r>
            <a:r>
              <a:rPr lang="en-US" sz="2000" dirty="0"/>
              <a:t> element defines </a:t>
            </a:r>
            <a:r>
              <a:rPr lang="en-US" sz="2000" b="1" dirty="0"/>
              <a:t>bold</a:t>
            </a:r>
            <a:r>
              <a:rPr lang="en-US" sz="2000" dirty="0"/>
              <a:t> text, without any extra importance</a:t>
            </a:r>
          </a:p>
          <a:p>
            <a:pPr>
              <a:buFont typeface="Wingdings" panose="05000000000000000000" pitchFamily="2" charset="2"/>
              <a:buChar char="§"/>
            </a:pPr>
            <a:r>
              <a:rPr lang="en-US" sz="2000" dirty="0"/>
              <a:t>The HTML </a:t>
            </a:r>
            <a:r>
              <a:rPr lang="en-US" sz="2000" b="1" dirty="0"/>
              <a:t>&lt;strong&gt;</a:t>
            </a:r>
            <a:r>
              <a:rPr lang="en-US" sz="2000" dirty="0"/>
              <a:t> element defines </a:t>
            </a:r>
            <a:r>
              <a:rPr lang="en-US" sz="2000" b="1" dirty="0"/>
              <a:t>strong</a:t>
            </a:r>
            <a:r>
              <a:rPr lang="en-US" sz="2000" dirty="0"/>
              <a:t> text, with added semantic importance.</a:t>
            </a:r>
          </a:p>
          <a:p>
            <a:pPr>
              <a:buFont typeface="Wingdings" panose="05000000000000000000" pitchFamily="2" charset="2"/>
              <a:buChar char="§"/>
            </a:pPr>
            <a:r>
              <a:rPr lang="en-US" sz="2000" dirty="0"/>
              <a:t>The HTML </a:t>
            </a:r>
            <a:r>
              <a:rPr lang="en-US" sz="2000" b="1" dirty="0"/>
              <a:t>&lt;</a:t>
            </a:r>
            <a:r>
              <a:rPr lang="en-US" sz="2000" b="1" dirty="0" err="1"/>
              <a:t>i</a:t>
            </a:r>
            <a:r>
              <a:rPr lang="en-US" sz="2000" b="1" dirty="0"/>
              <a:t>&gt;</a:t>
            </a:r>
            <a:r>
              <a:rPr lang="en-US" sz="2000" dirty="0"/>
              <a:t> element defines </a:t>
            </a:r>
            <a:r>
              <a:rPr lang="en-US" sz="2000" i="1" dirty="0"/>
              <a:t>italic</a:t>
            </a:r>
            <a:r>
              <a:rPr lang="en-US" sz="2000" dirty="0"/>
              <a:t> text, without any extra importance.</a:t>
            </a:r>
          </a:p>
          <a:p>
            <a:pPr>
              <a:buFont typeface="Wingdings" panose="05000000000000000000" pitchFamily="2" charset="2"/>
              <a:buChar char="§"/>
            </a:pPr>
            <a:r>
              <a:rPr lang="en-US" sz="2000" dirty="0"/>
              <a:t>The HTML </a:t>
            </a:r>
            <a:r>
              <a:rPr lang="en-US" sz="2000" b="1" dirty="0"/>
              <a:t>&lt;</a:t>
            </a:r>
            <a:r>
              <a:rPr lang="en-US" sz="2000" b="1" dirty="0" err="1"/>
              <a:t>em</a:t>
            </a:r>
            <a:r>
              <a:rPr lang="en-US" sz="2000" b="1" dirty="0"/>
              <a:t>&gt;</a:t>
            </a:r>
            <a:r>
              <a:rPr lang="en-US" sz="2000" dirty="0"/>
              <a:t> element defines </a:t>
            </a:r>
            <a:r>
              <a:rPr lang="en-US" sz="2000" i="1" dirty="0"/>
              <a:t>emphasized</a:t>
            </a:r>
            <a:r>
              <a:rPr lang="en-US" sz="2000" dirty="0"/>
              <a:t> text, with added semantic importance.</a:t>
            </a:r>
          </a:p>
          <a:p>
            <a:pPr>
              <a:buFont typeface="Wingdings" panose="05000000000000000000" pitchFamily="2" charset="2"/>
              <a:buChar char="§"/>
            </a:pPr>
            <a:r>
              <a:rPr lang="en-US" sz="2000" dirty="0"/>
              <a:t>The HTML </a:t>
            </a:r>
            <a:r>
              <a:rPr lang="en-US" sz="2000" b="1" dirty="0"/>
              <a:t>&lt;mark&gt;</a:t>
            </a:r>
            <a:r>
              <a:rPr lang="en-US" sz="2000" dirty="0"/>
              <a:t> element defines </a:t>
            </a:r>
            <a:r>
              <a:rPr lang="en-US" sz="2000" b="1" dirty="0"/>
              <a:t>marked</a:t>
            </a:r>
            <a:r>
              <a:rPr lang="en-US" sz="2000" dirty="0"/>
              <a:t> or highlighted text.</a:t>
            </a:r>
          </a:p>
          <a:p>
            <a:pPr>
              <a:buFont typeface="Wingdings" panose="05000000000000000000" pitchFamily="2" charset="2"/>
              <a:buChar char="§"/>
            </a:pPr>
            <a:r>
              <a:rPr lang="en-US" sz="2000" dirty="0"/>
              <a:t>The HTML </a:t>
            </a:r>
            <a:r>
              <a:rPr lang="en-US" sz="2000" b="1" dirty="0"/>
              <a:t>&lt;del&gt;</a:t>
            </a:r>
            <a:r>
              <a:rPr lang="en-US" sz="2000" dirty="0"/>
              <a:t> element defines </a:t>
            </a:r>
            <a:r>
              <a:rPr lang="en-US" sz="2000" b="1" dirty="0"/>
              <a:t>deleted</a:t>
            </a:r>
            <a:r>
              <a:rPr lang="en-US" sz="2000" dirty="0"/>
              <a:t> (removed) of text.</a:t>
            </a:r>
          </a:p>
          <a:p>
            <a:pPr>
              <a:buFont typeface="Wingdings" panose="05000000000000000000" pitchFamily="2" charset="2"/>
              <a:buChar char="§"/>
            </a:pPr>
            <a:r>
              <a:rPr lang="en-US" sz="2000" dirty="0"/>
              <a:t>The HTML </a:t>
            </a:r>
            <a:r>
              <a:rPr lang="en-US" sz="2000" b="1" dirty="0"/>
              <a:t>&lt;ins&gt;</a:t>
            </a:r>
            <a:r>
              <a:rPr lang="en-US" sz="2000" dirty="0"/>
              <a:t> element defines </a:t>
            </a:r>
            <a:r>
              <a:rPr lang="en-US" sz="2000" b="1" dirty="0"/>
              <a:t>inserted</a:t>
            </a:r>
            <a:r>
              <a:rPr lang="en-US" sz="2000" dirty="0"/>
              <a:t> (added) text.</a:t>
            </a:r>
          </a:p>
          <a:p>
            <a:pPr>
              <a:buFont typeface="Wingdings" panose="05000000000000000000" pitchFamily="2" charset="2"/>
              <a:buChar char="§"/>
            </a:pPr>
            <a:r>
              <a:rPr lang="en-US" sz="2000" dirty="0"/>
              <a:t>The HTML </a:t>
            </a:r>
            <a:r>
              <a:rPr lang="en-US" sz="2000" b="1" dirty="0"/>
              <a:t>&lt;sub&gt;</a:t>
            </a:r>
            <a:r>
              <a:rPr lang="en-US" sz="2000" dirty="0"/>
              <a:t> element defines </a:t>
            </a:r>
            <a:r>
              <a:rPr lang="en-US" sz="2000" b="1" dirty="0"/>
              <a:t>subscripted </a:t>
            </a:r>
            <a:r>
              <a:rPr lang="en-US" sz="2000" dirty="0"/>
              <a:t>text.</a:t>
            </a:r>
          </a:p>
          <a:p>
            <a:pPr>
              <a:buFont typeface="Wingdings" panose="05000000000000000000" pitchFamily="2" charset="2"/>
              <a:buChar char="§"/>
            </a:pPr>
            <a:r>
              <a:rPr lang="en-US" sz="2000" dirty="0"/>
              <a:t>The HTML </a:t>
            </a:r>
            <a:r>
              <a:rPr lang="en-US" sz="2000" b="1" dirty="0"/>
              <a:t>&lt;sup&gt;</a:t>
            </a:r>
            <a:r>
              <a:rPr lang="en-US" sz="2000" dirty="0"/>
              <a:t> element defines </a:t>
            </a:r>
            <a:r>
              <a:rPr lang="en-US" sz="2000" b="1" dirty="0"/>
              <a:t>superscripted</a:t>
            </a:r>
            <a:r>
              <a:rPr lang="en-US" sz="2000" dirty="0"/>
              <a:t> text.</a:t>
            </a:r>
          </a:p>
          <a:p>
            <a:pPr>
              <a:buFont typeface="Wingdings" panose="05000000000000000000" pitchFamily="2" charset="2"/>
              <a:buChar char="§"/>
            </a:pPr>
            <a:endParaRPr lang="en-US" sz="2000" dirty="0"/>
          </a:p>
        </p:txBody>
      </p:sp>
      <p:pic>
        <p:nvPicPr>
          <p:cNvPr id="7" name="Picture 6">
            <a:extLst>
              <a:ext uri="{FF2B5EF4-FFF2-40B4-BE49-F238E27FC236}">
                <a16:creationId xmlns:a16="http://schemas.microsoft.com/office/drawing/2014/main" id="{8E27B9AB-7279-A2BD-C87E-1FBF5A5181BC}"/>
              </a:ext>
            </a:extLst>
          </p:cNvPr>
          <p:cNvPicPr>
            <a:picLocks noChangeAspect="1"/>
          </p:cNvPicPr>
          <p:nvPr/>
        </p:nvPicPr>
        <p:blipFill>
          <a:blip r:embed="rId2"/>
          <a:stretch>
            <a:fillRect/>
          </a:stretch>
        </p:blipFill>
        <p:spPr>
          <a:xfrm>
            <a:off x="2277884" y="4889632"/>
            <a:ext cx="6965214" cy="1703672"/>
          </a:xfrm>
          <a:prstGeom prst="rect">
            <a:avLst/>
          </a:prstGeom>
          <a:ln>
            <a:solidFill>
              <a:schemeClr val="tx1"/>
            </a:solidFill>
          </a:ln>
        </p:spPr>
      </p:pic>
    </p:spTree>
    <p:extLst>
      <p:ext uri="{BB962C8B-B14F-4D97-AF65-F5344CB8AC3E}">
        <p14:creationId xmlns:p14="http://schemas.microsoft.com/office/powerpoint/2010/main" val="3713636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415600" y="97474"/>
            <a:ext cx="11360800" cy="763600"/>
          </a:xfrm>
          <a:prstGeom prst="rect">
            <a:avLst/>
          </a:prstGeom>
        </p:spPr>
        <p:txBody>
          <a:bodyPr spcFirstLastPara="1" vert="horz" wrap="square" lIns="121900" tIns="121900" rIns="121900" bIns="121900" rtlCol="0" anchor="t" anchorCtr="0">
            <a:noAutofit/>
          </a:bodyPr>
          <a:lstStyle/>
          <a:p>
            <a:r>
              <a:rPr lang="en" dirty="0"/>
              <a:t>HTML: basic rules</a:t>
            </a:r>
            <a:endParaRPr dirty="0"/>
          </a:p>
        </p:txBody>
      </p:sp>
      <p:sp>
        <p:nvSpPr>
          <p:cNvPr id="167" name="Google Shape;167;p26"/>
          <p:cNvSpPr txBox="1">
            <a:spLocks noGrp="1"/>
          </p:cNvSpPr>
          <p:nvPr>
            <p:ph type="body" idx="1"/>
          </p:nvPr>
        </p:nvSpPr>
        <p:spPr>
          <a:xfrm>
            <a:off x="499620" y="1074656"/>
            <a:ext cx="11276779" cy="4837428"/>
          </a:xfrm>
          <a:prstGeom prst="rect">
            <a:avLst/>
          </a:prstGeom>
        </p:spPr>
        <p:txBody>
          <a:bodyPr spcFirstLastPara="1" vert="horz" wrap="square" lIns="121900" tIns="121900" rIns="121900" bIns="121900" rtlCol="0" anchor="t" anchorCtr="0">
            <a:noAutofit/>
          </a:bodyPr>
          <a:lstStyle/>
          <a:p>
            <a:pPr marL="0" indent="0">
              <a:buNone/>
            </a:pPr>
            <a:r>
              <a:rPr lang="en" sz="2133" b="1" dirty="0"/>
              <a:t>Some rules about HTML:</a:t>
            </a:r>
            <a:endParaRPr lang="en-US" sz="2133" dirty="0"/>
          </a:p>
          <a:p>
            <a:pPr indent="-440256">
              <a:buSzPts val="1600"/>
            </a:pPr>
            <a:r>
              <a:rPr lang="en-US" sz="2133" dirty="0"/>
              <a:t>It uses XML syntax (tags with attributes, can contain other tags).</a:t>
            </a:r>
          </a:p>
          <a:p>
            <a:pPr marL="0" indent="0">
              <a:buNone/>
            </a:pPr>
            <a:r>
              <a:rPr lang="en" sz="2133" dirty="0">
                <a:latin typeface="Courier New"/>
                <a:ea typeface="Courier New"/>
                <a:cs typeface="Courier New"/>
                <a:sym typeface="Courier New"/>
              </a:rPr>
              <a:t>		</a:t>
            </a:r>
            <a:r>
              <a:rPr lang="en" sz="2133" dirty="0">
                <a:latin typeface="Consolas"/>
                <a:ea typeface="Consolas"/>
                <a:cs typeface="Consolas"/>
                <a:sym typeface="Consolas"/>
              </a:rPr>
              <a:t>&lt;tag_name attribute="value"&gt; content &lt;/tag_name&gt;</a:t>
            </a:r>
            <a:endParaRPr sz="2133" dirty="0">
              <a:latin typeface="Consolas"/>
              <a:ea typeface="Consolas"/>
              <a:cs typeface="Consolas"/>
              <a:sym typeface="Consolas"/>
            </a:endParaRPr>
          </a:p>
          <a:p>
            <a:pPr indent="-440256">
              <a:buSzPts val="1600"/>
            </a:pPr>
            <a:endParaRPr lang="en" sz="2133" dirty="0"/>
          </a:p>
          <a:p>
            <a:pPr indent="-440256">
              <a:buSzPts val="1600"/>
            </a:pPr>
            <a:r>
              <a:rPr lang="en" sz="2133" dirty="0"/>
              <a:t>It stores all the information that must be shown to the user.</a:t>
            </a:r>
          </a:p>
          <a:p>
            <a:pPr indent="-440256">
              <a:buSzPts val="1600"/>
            </a:pPr>
            <a:endParaRPr sz="2000" dirty="0"/>
          </a:p>
          <a:p>
            <a:pPr indent="-440256">
              <a:buSzPts val="1600"/>
            </a:pPr>
            <a:r>
              <a:rPr lang="en" sz="2133" dirty="0"/>
              <a:t>There are different HTML elements for different types of information and behaviour.</a:t>
            </a:r>
            <a:endParaRPr sz="2133" dirty="0"/>
          </a:p>
          <a:p>
            <a:pPr indent="-440256">
              <a:buSzPts val="1600"/>
            </a:pPr>
            <a:endParaRPr lang="en" sz="2133" dirty="0"/>
          </a:p>
          <a:p>
            <a:pPr indent="-440256">
              <a:buSzPts val="1600"/>
            </a:pPr>
            <a:r>
              <a:rPr lang="en" sz="2133" dirty="0"/>
              <a:t>The information is stored in a tree-like structure (nodes that contain nodes inside) called </a:t>
            </a:r>
            <a:r>
              <a:rPr lang="en" sz="2133" b="1" dirty="0"/>
              <a:t>DOM (Document Object Model).</a:t>
            </a:r>
            <a:endParaRPr sz="2133" b="1" dirty="0"/>
          </a:p>
          <a:p>
            <a:pPr indent="-440256">
              <a:buSzPts val="1600"/>
            </a:pPr>
            <a:endParaRPr lang="en" sz="2133" dirty="0"/>
          </a:p>
          <a:p>
            <a:pPr indent="-440256">
              <a:buSzPts val="1600"/>
            </a:pPr>
            <a:r>
              <a:rPr lang="en" sz="2133" dirty="0"/>
              <a:t>It gives the document some semantic structure (pe. this is a title, this is a section, this is a form) which is helpful for computers to understand websites content.</a:t>
            </a:r>
            <a:endParaRPr sz="2133" dirty="0"/>
          </a:p>
          <a:p>
            <a:pPr indent="-440256">
              <a:buSzPts val="1600"/>
            </a:pPr>
            <a:endParaRPr lang="en" sz="2133" dirty="0"/>
          </a:p>
          <a:p>
            <a:pPr indent="-440256">
              <a:buSzPts val="1600"/>
            </a:pPr>
            <a:r>
              <a:rPr lang="en" sz="2133" dirty="0"/>
              <a:t>It must not contain information related to how it should be displayed (that information belongs to the CSS), so no color information, font size, position, etc.</a:t>
            </a:r>
            <a:endParaRPr sz="2133"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xfrm>
            <a:off x="415600" y="0"/>
            <a:ext cx="11360800" cy="763600"/>
          </a:xfrm>
          <a:prstGeom prst="rect">
            <a:avLst/>
          </a:prstGeom>
        </p:spPr>
        <p:txBody>
          <a:bodyPr spcFirstLastPara="1" vert="horz" wrap="square" lIns="121900" tIns="121900" rIns="121900" bIns="121900" rtlCol="0" anchor="t" anchorCtr="0">
            <a:noAutofit/>
          </a:bodyPr>
          <a:lstStyle/>
          <a:p>
            <a:r>
              <a:rPr lang="en" dirty="0"/>
              <a:t>HTML: syntax example</a:t>
            </a:r>
            <a:endParaRPr dirty="0"/>
          </a:p>
        </p:txBody>
      </p:sp>
      <p:sp>
        <p:nvSpPr>
          <p:cNvPr id="173" name="Google Shape;173;p27"/>
          <p:cNvSpPr txBox="1">
            <a:spLocks noGrp="1"/>
          </p:cNvSpPr>
          <p:nvPr>
            <p:ph type="body" idx="1"/>
          </p:nvPr>
        </p:nvSpPr>
        <p:spPr>
          <a:xfrm>
            <a:off x="415600" y="1357524"/>
            <a:ext cx="11360800" cy="2809124"/>
          </a:xfrm>
          <a:prstGeom prst="rect">
            <a:avLst/>
          </a:prstGeom>
          <a:noFill/>
        </p:spPr>
        <p:txBody>
          <a:bodyPr spcFirstLastPara="1" vert="horz" wrap="square" lIns="121900" tIns="121900" rIns="121900" bIns="121900" rtlCol="0" anchor="t" anchorCtr="0">
            <a:noAutofit/>
          </a:bodyPr>
          <a:lstStyle/>
          <a:p>
            <a:pPr marL="0" indent="0">
              <a:buNone/>
            </a:pPr>
            <a:r>
              <a:rPr lang="en" sz="3200" dirty="0">
                <a:latin typeface="Consolas"/>
                <a:ea typeface="Consolas"/>
                <a:cs typeface="Consolas"/>
                <a:sym typeface="Consolas"/>
              </a:rPr>
              <a:t>&lt;div id="main"&gt;</a:t>
            </a:r>
            <a:endParaRPr sz="3200" dirty="0">
              <a:latin typeface="Consolas"/>
              <a:ea typeface="Consolas"/>
              <a:cs typeface="Consolas"/>
              <a:sym typeface="Consolas"/>
            </a:endParaRPr>
          </a:p>
          <a:p>
            <a:pPr marL="0" indent="0">
              <a:buNone/>
            </a:pPr>
            <a:r>
              <a:rPr lang="en" sz="3200" dirty="0">
                <a:latin typeface="Consolas"/>
                <a:ea typeface="Consolas"/>
                <a:cs typeface="Consolas"/>
                <a:sym typeface="Consolas"/>
              </a:rPr>
              <a:t>	&lt;!-- this is a comment --&gt;</a:t>
            </a:r>
            <a:endParaRPr sz="3200" dirty="0">
              <a:latin typeface="Consolas"/>
              <a:ea typeface="Consolas"/>
              <a:cs typeface="Consolas"/>
              <a:sym typeface="Consolas"/>
            </a:endParaRPr>
          </a:p>
          <a:p>
            <a:pPr marL="0" indent="0">
              <a:buNone/>
            </a:pPr>
            <a:r>
              <a:rPr lang="en" sz="3200" dirty="0">
                <a:latin typeface="Consolas"/>
                <a:ea typeface="Consolas"/>
                <a:cs typeface="Consolas"/>
                <a:sym typeface="Consolas"/>
              </a:rPr>
              <a:t>     This is text without a tag.</a:t>
            </a:r>
            <a:endParaRPr sz="3200" dirty="0">
              <a:latin typeface="Consolas"/>
              <a:ea typeface="Consolas"/>
              <a:cs typeface="Consolas"/>
              <a:sym typeface="Consolas"/>
            </a:endParaRPr>
          </a:p>
          <a:p>
            <a:pPr marL="0" indent="0">
              <a:buNone/>
            </a:pPr>
            <a:r>
              <a:rPr lang="en" sz="3200" dirty="0">
                <a:latin typeface="Consolas"/>
                <a:ea typeface="Consolas"/>
                <a:cs typeface="Consolas"/>
                <a:sym typeface="Consolas"/>
              </a:rPr>
              <a:t>	&lt;button class="mini"&gt;press me&lt;/button&gt;</a:t>
            </a:r>
            <a:endParaRPr sz="3200" dirty="0">
              <a:latin typeface="Consolas"/>
              <a:ea typeface="Consolas"/>
              <a:cs typeface="Consolas"/>
              <a:sym typeface="Consolas"/>
            </a:endParaRPr>
          </a:p>
          <a:p>
            <a:pPr marL="0" indent="0">
              <a:buNone/>
            </a:pPr>
            <a:r>
              <a:rPr lang="en" sz="3200" dirty="0">
                <a:latin typeface="Consolas"/>
                <a:ea typeface="Consolas"/>
                <a:cs typeface="Consolas"/>
                <a:sym typeface="Consolas"/>
              </a:rPr>
              <a:t>	&lt;img src="me.png" /&gt;</a:t>
            </a:r>
            <a:endParaRPr sz="3200" dirty="0">
              <a:latin typeface="Consolas"/>
              <a:ea typeface="Consolas"/>
              <a:cs typeface="Consolas"/>
              <a:sym typeface="Consolas"/>
            </a:endParaRPr>
          </a:p>
          <a:p>
            <a:pPr marL="0" indent="0">
              <a:buNone/>
            </a:pPr>
            <a:r>
              <a:rPr lang="en" sz="3200" dirty="0">
                <a:latin typeface="Consolas"/>
                <a:ea typeface="Consolas"/>
                <a:cs typeface="Consolas"/>
                <a:sym typeface="Consolas"/>
              </a:rPr>
              <a:t>&lt;/div&gt;</a:t>
            </a:r>
            <a:endParaRPr sz="3200" dirty="0">
              <a:latin typeface="Consolas"/>
              <a:ea typeface="Consolas"/>
              <a:cs typeface="Consolas"/>
              <a:sym typeface="Consolas"/>
            </a:endParaRPr>
          </a:p>
        </p:txBody>
      </p:sp>
      <p:sp>
        <p:nvSpPr>
          <p:cNvPr id="3" name="TextBox 2">
            <a:extLst>
              <a:ext uri="{FF2B5EF4-FFF2-40B4-BE49-F238E27FC236}">
                <a16:creationId xmlns:a16="http://schemas.microsoft.com/office/drawing/2014/main" id="{C85C0AC1-5ADD-11A4-CCDE-82B37AD80C0C}"/>
              </a:ext>
            </a:extLst>
          </p:cNvPr>
          <p:cNvSpPr txBox="1"/>
          <p:nvPr/>
        </p:nvSpPr>
        <p:spPr>
          <a:xfrm>
            <a:off x="415600" y="4377091"/>
            <a:ext cx="11443320" cy="2246769"/>
          </a:xfrm>
          <a:prstGeom prst="rect">
            <a:avLst/>
          </a:prstGeom>
          <a:noFill/>
        </p:spPr>
        <p:txBody>
          <a:bodyPr wrap="square">
            <a:spAutoFit/>
          </a:bodyPr>
          <a:lstStyle/>
          <a:p>
            <a:pPr marL="285750" indent="-285750">
              <a:buFont typeface="Arial" panose="020B0604020202020204" pitchFamily="34" charset="0"/>
              <a:buChar char="•"/>
            </a:pPr>
            <a:r>
              <a:rPr lang="en-US" sz="2000" dirty="0"/>
              <a:t>In HTML, a "div" (short for "division") is a generic container element used to group different sections of content on a webpage. </a:t>
            </a:r>
          </a:p>
          <a:p>
            <a:pPr marL="742950" lvl="1" indent="-285750">
              <a:buFont typeface="Arial" panose="020B0604020202020204" pitchFamily="34" charset="0"/>
              <a:buChar char="•"/>
            </a:pPr>
            <a:r>
              <a:rPr lang="en-US" sz="2000" dirty="0"/>
              <a:t>It allows you to style and organize elements together using CSS without any inherent semantic meaning.</a:t>
            </a:r>
          </a:p>
          <a:p>
            <a:pPr marL="1200150" lvl="2"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Essentially, it acts as a box that can hold other HTML elements and be visually customized with styling rules.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415600" y="103767"/>
            <a:ext cx="11360800" cy="763600"/>
          </a:xfrm>
          <a:prstGeom prst="rect">
            <a:avLst/>
          </a:prstGeom>
        </p:spPr>
        <p:txBody>
          <a:bodyPr spcFirstLastPara="1" vert="horz" wrap="square" lIns="121900" tIns="121900" rIns="121900" bIns="121900" rtlCol="0" anchor="t" anchorCtr="0">
            <a:noAutofit/>
          </a:bodyPr>
          <a:lstStyle/>
          <a:p>
            <a:r>
              <a:rPr lang="en" dirty="0"/>
              <a:t>HTML: syntax example</a:t>
            </a:r>
            <a:endParaRPr dirty="0"/>
          </a:p>
        </p:txBody>
      </p:sp>
      <p:sp>
        <p:nvSpPr>
          <p:cNvPr id="179" name="Google Shape;179;p28"/>
          <p:cNvSpPr txBox="1">
            <a:spLocks noGrp="1"/>
          </p:cNvSpPr>
          <p:nvPr>
            <p:ph type="body" idx="1"/>
          </p:nvPr>
        </p:nvSpPr>
        <p:spPr>
          <a:xfrm>
            <a:off x="415600" y="1536633"/>
            <a:ext cx="11360800" cy="4555200"/>
          </a:xfrm>
          <a:prstGeom prst="rect">
            <a:avLst/>
          </a:prstGeom>
          <a:noFill/>
        </p:spPr>
        <p:txBody>
          <a:bodyPr spcFirstLastPara="1" vert="horz" wrap="square" lIns="121900" tIns="121900" rIns="121900" bIns="121900" rtlCol="0" anchor="t" anchorCtr="0">
            <a:noAutofit/>
          </a:bodyPr>
          <a:lstStyle/>
          <a:p>
            <a:pPr marL="0" indent="0">
              <a:buNone/>
            </a:pPr>
            <a:endParaRPr sz="1800" dirty="0"/>
          </a:p>
          <a:p>
            <a:pPr marL="0" indent="0">
              <a:buNone/>
            </a:pPr>
            <a:endParaRPr lang="en" sz="2400" dirty="0">
              <a:latin typeface="Consolas"/>
              <a:ea typeface="Consolas"/>
              <a:cs typeface="Consolas"/>
              <a:sym typeface="Consolas"/>
            </a:endParaRPr>
          </a:p>
          <a:p>
            <a:pPr marL="0" indent="0">
              <a:buNone/>
            </a:pPr>
            <a:r>
              <a:rPr lang="en" sz="2400" dirty="0">
                <a:latin typeface="Consolas"/>
                <a:ea typeface="Consolas"/>
                <a:cs typeface="Consolas"/>
                <a:sym typeface="Consolas"/>
              </a:rPr>
              <a:t>&lt;div id="main"&gt;</a:t>
            </a:r>
            <a:endParaRPr sz="2400" dirty="0">
              <a:latin typeface="Consolas"/>
              <a:ea typeface="Consolas"/>
              <a:cs typeface="Consolas"/>
              <a:sym typeface="Consolas"/>
            </a:endParaRPr>
          </a:p>
          <a:p>
            <a:pPr marL="0" indent="0">
              <a:buNone/>
            </a:pPr>
            <a:r>
              <a:rPr lang="en" sz="2400" dirty="0">
                <a:latin typeface="Consolas"/>
                <a:ea typeface="Consolas"/>
                <a:cs typeface="Consolas"/>
                <a:sym typeface="Consolas"/>
              </a:rPr>
              <a:t>	&lt;!-- this is a comment --&gt;</a:t>
            </a:r>
            <a:endParaRPr sz="2400" dirty="0">
              <a:latin typeface="Consolas"/>
              <a:ea typeface="Consolas"/>
              <a:cs typeface="Consolas"/>
              <a:sym typeface="Consolas"/>
            </a:endParaRPr>
          </a:p>
          <a:p>
            <a:pPr marL="0" indent="0">
              <a:buNone/>
            </a:pPr>
            <a:r>
              <a:rPr lang="en" sz="2400" dirty="0">
                <a:latin typeface="Consolas"/>
                <a:ea typeface="Consolas"/>
                <a:cs typeface="Consolas"/>
                <a:sym typeface="Consolas"/>
              </a:rPr>
              <a:t>     This is text without a tag.</a:t>
            </a:r>
            <a:endParaRPr sz="2400" dirty="0">
              <a:latin typeface="Consolas"/>
              <a:ea typeface="Consolas"/>
              <a:cs typeface="Consolas"/>
              <a:sym typeface="Consolas"/>
            </a:endParaRPr>
          </a:p>
          <a:p>
            <a:pPr marL="0" indent="0">
              <a:buNone/>
            </a:pPr>
            <a:r>
              <a:rPr lang="en" sz="2400" dirty="0">
                <a:latin typeface="Consolas"/>
                <a:ea typeface="Consolas"/>
                <a:cs typeface="Consolas"/>
                <a:sym typeface="Consolas"/>
              </a:rPr>
              <a:t>	&lt;button class="mini"&gt;press me&lt;/button&gt;</a:t>
            </a:r>
            <a:endParaRPr sz="2400" dirty="0">
              <a:latin typeface="Consolas"/>
              <a:ea typeface="Consolas"/>
              <a:cs typeface="Consolas"/>
              <a:sym typeface="Consolas"/>
            </a:endParaRPr>
          </a:p>
          <a:p>
            <a:pPr marL="0" indent="0">
              <a:buNone/>
            </a:pPr>
            <a:r>
              <a:rPr lang="en" sz="2400" dirty="0">
                <a:latin typeface="Consolas"/>
                <a:ea typeface="Consolas"/>
                <a:cs typeface="Consolas"/>
                <a:sym typeface="Consolas"/>
              </a:rPr>
              <a:t>	&lt;img src="me.png" /&gt;</a:t>
            </a:r>
            <a:endParaRPr sz="2400" dirty="0">
              <a:latin typeface="Consolas"/>
              <a:ea typeface="Consolas"/>
              <a:cs typeface="Consolas"/>
              <a:sym typeface="Consolas"/>
            </a:endParaRPr>
          </a:p>
          <a:p>
            <a:pPr marL="0" indent="0">
              <a:buNone/>
            </a:pPr>
            <a:r>
              <a:rPr lang="en" sz="2400" dirty="0">
                <a:latin typeface="Consolas"/>
                <a:ea typeface="Consolas"/>
                <a:cs typeface="Consolas"/>
                <a:sym typeface="Consolas"/>
              </a:rPr>
              <a:t>&lt;/div&gt;</a:t>
            </a:r>
            <a:endParaRPr sz="2400" dirty="0">
              <a:latin typeface="Consolas"/>
              <a:ea typeface="Consolas"/>
              <a:cs typeface="Consolas"/>
              <a:sym typeface="Consolas"/>
            </a:endParaRPr>
          </a:p>
        </p:txBody>
      </p:sp>
      <p:cxnSp>
        <p:nvCxnSpPr>
          <p:cNvPr id="180" name="Google Shape;180;p28"/>
          <p:cNvCxnSpPr/>
          <p:nvPr/>
        </p:nvCxnSpPr>
        <p:spPr>
          <a:xfrm flipH="1">
            <a:off x="1235300" y="1659200"/>
            <a:ext cx="894000" cy="442400"/>
          </a:xfrm>
          <a:prstGeom prst="straightConnector1">
            <a:avLst/>
          </a:prstGeom>
          <a:noFill/>
          <a:ln w="28575" cap="flat" cmpd="sng">
            <a:solidFill>
              <a:srgbClr val="F9CB9C"/>
            </a:solidFill>
            <a:prstDash val="solid"/>
            <a:round/>
            <a:headEnd type="none" w="med" len="med"/>
            <a:tailEnd type="triangle" w="med" len="med"/>
          </a:ln>
        </p:spPr>
      </p:cxnSp>
      <p:sp>
        <p:nvSpPr>
          <p:cNvPr id="181" name="Google Shape;181;p28"/>
          <p:cNvSpPr txBox="1"/>
          <p:nvPr/>
        </p:nvSpPr>
        <p:spPr>
          <a:xfrm>
            <a:off x="2184600" y="1356967"/>
            <a:ext cx="1693228" cy="442400"/>
          </a:xfrm>
          <a:prstGeom prst="rect">
            <a:avLst/>
          </a:prstGeom>
          <a:noFill/>
          <a:ln>
            <a:noFill/>
          </a:ln>
        </p:spPr>
        <p:txBody>
          <a:bodyPr spcFirstLastPara="1" wrap="square" lIns="121900" tIns="121900" rIns="121900" bIns="121900" anchor="t" anchorCtr="0">
            <a:noAutofit/>
          </a:bodyPr>
          <a:lstStyle/>
          <a:p>
            <a:r>
              <a:rPr lang="en" sz="2400" dirty="0"/>
              <a:t>Tag name</a:t>
            </a:r>
            <a:endParaRPr sz="2400" dirty="0"/>
          </a:p>
        </p:txBody>
      </p:sp>
      <p:cxnSp>
        <p:nvCxnSpPr>
          <p:cNvPr id="182" name="Google Shape;182;p28"/>
          <p:cNvCxnSpPr/>
          <p:nvPr/>
        </p:nvCxnSpPr>
        <p:spPr>
          <a:xfrm flipH="1">
            <a:off x="3200600" y="1797467"/>
            <a:ext cx="1270000" cy="260800"/>
          </a:xfrm>
          <a:prstGeom prst="straightConnector1">
            <a:avLst/>
          </a:prstGeom>
          <a:noFill/>
          <a:ln w="19050" cap="flat" cmpd="sng">
            <a:solidFill>
              <a:srgbClr val="9FC5E8"/>
            </a:solidFill>
            <a:prstDash val="solid"/>
            <a:round/>
            <a:headEnd type="none" w="med" len="med"/>
            <a:tailEnd type="triangle" w="med" len="med"/>
          </a:ln>
        </p:spPr>
      </p:cxnSp>
      <p:sp>
        <p:nvSpPr>
          <p:cNvPr id="183" name="Google Shape;183;p28"/>
          <p:cNvSpPr txBox="1"/>
          <p:nvPr/>
        </p:nvSpPr>
        <p:spPr>
          <a:xfrm>
            <a:off x="4553566" y="1536633"/>
            <a:ext cx="1693229" cy="497600"/>
          </a:xfrm>
          <a:prstGeom prst="rect">
            <a:avLst/>
          </a:prstGeom>
          <a:noFill/>
          <a:ln>
            <a:noFill/>
          </a:ln>
        </p:spPr>
        <p:txBody>
          <a:bodyPr spcFirstLastPara="1" wrap="square" lIns="121900" tIns="121900" rIns="121900" bIns="121900" anchor="t" anchorCtr="0">
            <a:noAutofit/>
          </a:bodyPr>
          <a:lstStyle/>
          <a:p>
            <a:r>
              <a:rPr lang="en" sz="2400" dirty="0"/>
              <a:t>attributes</a:t>
            </a:r>
            <a:endParaRPr sz="2400" dirty="0"/>
          </a:p>
        </p:txBody>
      </p:sp>
      <p:cxnSp>
        <p:nvCxnSpPr>
          <p:cNvPr id="184" name="Google Shape;184;p28"/>
          <p:cNvCxnSpPr/>
          <p:nvPr/>
        </p:nvCxnSpPr>
        <p:spPr>
          <a:xfrm flipH="1">
            <a:off x="5724333" y="2322867"/>
            <a:ext cx="1511600" cy="313600"/>
          </a:xfrm>
          <a:prstGeom prst="straightConnector1">
            <a:avLst/>
          </a:prstGeom>
          <a:noFill/>
          <a:ln w="28575" cap="flat" cmpd="sng">
            <a:solidFill>
              <a:srgbClr val="B6D7A8"/>
            </a:solidFill>
            <a:prstDash val="solid"/>
            <a:round/>
            <a:headEnd type="none" w="med" len="med"/>
            <a:tailEnd type="triangle" w="med" len="med"/>
          </a:ln>
        </p:spPr>
      </p:cxnSp>
      <p:sp>
        <p:nvSpPr>
          <p:cNvPr id="185" name="Google Shape;185;p28"/>
          <p:cNvSpPr txBox="1"/>
          <p:nvPr/>
        </p:nvSpPr>
        <p:spPr>
          <a:xfrm>
            <a:off x="7235933" y="2016867"/>
            <a:ext cx="3387600" cy="619600"/>
          </a:xfrm>
          <a:prstGeom prst="rect">
            <a:avLst/>
          </a:prstGeom>
          <a:noFill/>
          <a:ln>
            <a:noFill/>
          </a:ln>
        </p:spPr>
        <p:txBody>
          <a:bodyPr spcFirstLastPara="1" wrap="square" lIns="121900" tIns="121900" rIns="121900" bIns="121900" anchor="t" anchorCtr="0">
            <a:noAutofit/>
          </a:bodyPr>
          <a:lstStyle/>
          <a:p>
            <a:r>
              <a:rPr lang="en" sz="2400"/>
              <a:t>comment</a:t>
            </a:r>
            <a:endParaRPr sz="2400"/>
          </a:p>
        </p:txBody>
      </p:sp>
      <p:cxnSp>
        <p:nvCxnSpPr>
          <p:cNvPr id="186" name="Google Shape;186;p28"/>
          <p:cNvCxnSpPr/>
          <p:nvPr/>
        </p:nvCxnSpPr>
        <p:spPr>
          <a:xfrm flipH="1">
            <a:off x="6810243" y="3018667"/>
            <a:ext cx="1313600" cy="197200"/>
          </a:xfrm>
          <a:prstGeom prst="straightConnector1">
            <a:avLst/>
          </a:prstGeom>
          <a:noFill/>
          <a:ln w="28575" cap="flat" cmpd="sng">
            <a:solidFill>
              <a:srgbClr val="B7B7B7"/>
            </a:solidFill>
            <a:prstDash val="solid"/>
            <a:round/>
            <a:headEnd type="none" w="med" len="med"/>
            <a:tailEnd type="triangle" w="med" len="med"/>
          </a:ln>
        </p:spPr>
      </p:cxnSp>
      <p:sp>
        <p:nvSpPr>
          <p:cNvPr id="187" name="Google Shape;187;p28"/>
          <p:cNvSpPr txBox="1"/>
          <p:nvPr/>
        </p:nvSpPr>
        <p:spPr>
          <a:xfrm>
            <a:off x="8123843" y="2712667"/>
            <a:ext cx="4566400" cy="619600"/>
          </a:xfrm>
          <a:prstGeom prst="rect">
            <a:avLst/>
          </a:prstGeom>
          <a:noFill/>
          <a:ln>
            <a:noFill/>
          </a:ln>
        </p:spPr>
        <p:txBody>
          <a:bodyPr spcFirstLastPara="1" wrap="square" lIns="121900" tIns="121900" rIns="121900" bIns="121900" anchor="t" anchorCtr="0">
            <a:noAutofit/>
          </a:bodyPr>
          <a:lstStyle/>
          <a:p>
            <a:r>
              <a:rPr lang="en" sz="2400">
                <a:solidFill>
                  <a:srgbClr val="CCCCCC"/>
                </a:solidFill>
              </a:rPr>
              <a:t>text tag</a:t>
            </a:r>
            <a:endParaRPr sz="2400">
              <a:solidFill>
                <a:srgbClr val="CCCCCC"/>
              </a:solidFill>
            </a:endParaRPr>
          </a:p>
        </p:txBody>
      </p:sp>
      <p:cxnSp>
        <p:nvCxnSpPr>
          <p:cNvPr id="188" name="Google Shape;188;p28"/>
          <p:cNvCxnSpPr/>
          <p:nvPr/>
        </p:nvCxnSpPr>
        <p:spPr>
          <a:xfrm rot="10800000">
            <a:off x="1844206" y="4269950"/>
            <a:ext cx="934000" cy="90400"/>
          </a:xfrm>
          <a:prstGeom prst="straightConnector1">
            <a:avLst/>
          </a:prstGeom>
          <a:noFill/>
          <a:ln w="28575" cap="flat" cmpd="sng">
            <a:solidFill>
              <a:srgbClr val="D5A6BD"/>
            </a:solidFill>
            <a:prstDash val="solid"/>
            <a:round/>
            <a:headEnd type="none" w="med" len="med"/>
            <a:tailEnd type="triangle" w="med" len="med"/>
          </a:ln>
        </p:spPr>
      </p:cxnSp>
      <p:sp>
        <p:nvSpPr>
          <p:cNvPr id="189" name="Google Shape;189;p28"/>
          <p:cNvSpPr txBox="1"/>
          <p:nvPr/>
        </p:nvSpPr>
        <p:spPr>
          <a:xfrm>
            <a:off x="2778206" y="4054350"/>
            <a:ext cx="4566400" cy="619600"/>
          </a:xfrm>
          <a:prstGeom prst="rect">
            <a:avLst/>
          </a:prstGeom>
          <a:noFill/>
          <a:ln>
            <a:noFill/>
          </a:ln>
        </p:spPr>
        <p:txBody>
          <a:bodyPr spcFirstLastPara="1" wrap="square" lIns="121900" tIns="121900" rIns="121900" bIns="121900" anchor="t" anchorCtr="0">
            <a:noAutofit/>
          </a:bodyPr>
          <a:lstStyle/>
          <a:p>
            <a:r>
              <a:rPr lang="en" sz="2400" dirty="0"/>
              <a:t>self-closing tag</a:t>
            </a:r>
            <a:endParaRPr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9"/>
          <p:cNvSpPr txBox="1">
            <a:spLocks noGrp="1"/>
          </p:cNvSpPr>
          <p:nvPr>
            <p:ph type="title"/>
          </p:nvPr>
        </p:nvSpPr>
        <p:spPr>
          <a:xfrm>
            <a:off x="415600" y="101850"/>
            <a:ext cx="11360800" cy="763600"/>
          </a:xfrm>
          <a:prstGeom prst="rect">
            <a:avLst/>
          </a:prstGeom>
        </p:spPr>
        <p:txBody>
          <a:bodyPr spcFirstLastPara="1" vert="horz" wrap="square" lIns="121900" tIns="121900" rIns="121900" bIns="121900" rtlCol="0" anchor="t" anchorCtr="0">
            <a:noAutofit/>
          </a:bodyPr>
          <a:lstStyle/>
          <a:p>
            <a:r>
              <a:rPr lang="en" dirty="0"/>
              <a:t>DOM is a tree</a:t>
            </a:r>
            <a:endParaRPr dirty="0"/>
          </a:p>
        </p:txBody>
      </p:sp>
      <p:sp>
        <p:nvSpPr>
          <p:cNvPr id="195" name="Google Shape;195;p29"/>
          <p:cNvSpPr txBox="1">
            <a:spLocks noGrp="1"/>
          </p:cNvSpPr>
          <p:nvPr>
            <p:ph type="body" idx="1"/>
          </p:nvPr>
        </p:nvSpPr>
        <p:spPr>
          <a:xfrm>
            <a:off x="453467" y="1536633"/>
            <a:ext cx="4071200" cy="45552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 dirty="0"/>
              <a:t>Every node can only have one parent, and every node can have several children, so the structure looks like a tree.</a:t>
            </a:r>
            <a:endParaRPr dirty="0"/>
          </a:p>
        </p:txBody>
      </p:sp>
      <p:pic>
        <p:nvPicPr>
          <p:cNvPr id="196" name="Google Shape;196;p29"/>
          <p:cNvPicPr preferRelativeResize="0"/>
          <p:nvPr/>
        </p:nvPicPr>
        <p:blipFill>
          <a:blip r:embed="rId3">
            <a:alphaModFix/>
          </a:blip>
          <a:stretch>
            <a:fillRect/>
          </a:stretch>
        </p:blipFill>
        <p:spPr>
          <a:xfrm>
            <a:off x="4983567" y="1356968"/>
            <a:ext cx="6792844" cy="509463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3"/>
          <p:cNvSpPr txBox="1">
            <a:spLocks noGrp="1"/>
          </p:cNvSpPr>
          <p:nvPr>
            <p:ph type="title"/>
          </p:nvPr>
        </p:nvSpPr>
        <p:spPr>
          <a:xfrm>
            <a:off x="542833" y="2567"/>
            <a:ext cx="11360800" cy="763600"/>
          </a:xfrm>
          <a:prstGeom prst="rect">
            <a:avLst/>
          </a:prstGeom>
        </p:spPr>
        <p:txBody>
          <a:bodyPr spcFirstLastPara="1" vert="horz" wrap="square" lIns="121900" tIns="121900" rIns="121900" bIns="121900" rtlCol="0" anchor="t" anchorCtr="0">
            <a:noAutofit/>
          </a:bodyPr>
          <a:lstStyle/>
          <a:p>
            <a:r>
              <a:rPr lang="en" dirty="0"/>
              <a:t>HTML: wrapping the info</a:t>
            </a:r>
            <a:endParaRPr dirty="0"/>
          </a:p>
        </p:txBody>
      </p:sp>
      <p:sp>
        <p:nvSpPr>
          <p:cNvPr id="219" name="Google Shape;219;p33"/>
          <p:cNvSpPr txBox="1">
            <a:spLocks noGrp="1"/>
          </p:cNvSpPr>
          <p:nvPr>
            <p:ph type="body" idx="1"/>
          </p:nvPr>
        </p:nvSpPr>
        <p:spPr>
          <a:xfrm>
            <a:off x="415600" y="1536633"/>
            <a:ext cx="5917200" cy="4555200"/>
          </a:xfrm>
          <a:prstGeom prst="rect">
            <a:avLst/>
          </a:prstGeom>
        </p:spPr>
        <p:txBody>
          <a:bodyPr spcFirstLastPara="1" vert="horz" wrap="square" lIns="121900" tIns="121900" rIns="121900" bIns="121900" rtlCol="0" anchor="t" anchorCtr="0">
            <a:noAutofit/>
          </a:bodyPr>
          <a:lstStyle/>
          <a:p>
            <a:pPr marL="0" indent="0">
              <a:buNone/>
            </a:pPr>
            <a:r>
              <a:rPr lang="en" sz="2133" dirty="0"/>
              <a:t>We use HTML tags to wrap different information on our site.</a:t>
            </a:r>
            <a:endParaRPr sz="2133" dirty="0"/>
          </a:p>
          <a:p>
            <a:pPr marL="0" indent="0">
              <a:spcBef>
                <a:spcPts val="2133"/>
              </a:spcBef>
              <a:buNone/>
            </a:pPr>
            <a:r>
              <a:rPr lang="en" sz="2133" dirty="0"/>
              <a:t>The more structure has the information, the easier will be to access it and present it.</a:t>
            </a:r>
            <a:endParaRPr sz="2133" dirty="0"/>
          </a:p>
          <a:p>
            <a:pPr marL="0" indent="0">
              <a:spcBef>
                <a:spcPts val="2133"/>
              </a:spcBef>
              <a:buNone/>
            </a:pPr>
            <a:r>
              <a:rPr lang="en" sz="2133" dirty="0"/>
              <a:t>We can change the way the information is represented on the screen depending on the tags where it is contained, so we shouldn't be worried about using too many tags.</a:t>
            </a:r>
            <a:endParaRPr sz="2133" dirty="0"/>
          </a:p>
          <a:p>
            <a:pPr marL="0" indent="0">
              <a:spcBef>
                <a:spcPts val="2133"/>
              </a:spcBef>
              <a:buNone/>
            </a:pPr>
            <a:endParaRPr sz="2133" dirty="0"/>
          </a:p>
          <a:p>
            <a:pPr marL="0" indent="0">
              <a:spcBef>
                <a:spcPts val="2133"/>
              </a:spcBef>
              <a:spcAft>
                <a:spcPts val="2133"/>
              </a:spcAft>
              <a:buNone/>
            </a:pPr>
            <a:endParaRPr sz="2133" dirty="0"/>
          </a:p>
        </p:txBody>
      </p:sp>
      <p:pic>
        <p:nvPicPr>
          <p:cNvPr id="220" name="Google Shape;220;p33"/>
          <p:cNvPicPr preferRelativeResize="0"/>
          <p:nvPr/>
        </p:nvPicPr>
        <p:blipFill>
          <a:blip r:embed="rId3">
            <a:alphaModFix/>
          </a:blip>
          <a:stretch>
            <a:fillRect/>
          </a:stretch>
        </p:blipFill>
        <p:spPr>
          <a:xfrm>
            <a:off x="6706434" y="1536633"/>
            <a:ext cx="5197199" cy="3856211"/>
          </a:xfrm>
          <a:prstGeom prst="rect">
            <a:avLst/>
          </a:prstGeom>
          <a:noFill/>
          <a:ln w="19050">
            <a:solidFill>
              <a:schemeClr val="tx1"/>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75677-9711-80DF-AF4D-9E53C2953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C0310-0AD8-886B-33A9-2B4D3265CCCD}"/>
              </a:ext>
            </a:extLst>
          </p:cNvPr>
          <p:cNvSpPr>
            <a:spLocks noGrp="1"/>
          </p:cNvSpPr>
          <p:nvPr>
            <p:ph type="ctrTitle"/>
          </p:nvPr>
        </p:nvSpPr>
        <p:spPr>
          <a:xfrm>
            <a:off x="1196741" y="1940510"/>
            <a:ext cx="9144000" cy="2387600"/>
          </a:xfrm>
        </p:spPr>
        <p:txBody>
          <a:bodyPr/>
          <a:lstStyle/>
          <a:p>
            <a:pPr algn="ctr"/>
            <a:r>
              <a:rPr lang="en-US" altLang="en-US" b="1" dirty="0">
                <a:solidFill>
                  <a:schemeClr val="tx1"/>
                </a:solidFill>
              </a:rPr>
              <a:t>Introduction to</a:t>
            </a:r>
            <a:br>
              <a:rPr lang="en-US" altLang="en-US" b="1" dirty="0">
                <a:solidFill>
                  <a:schemeClr val="tx1"/>
                </a:solidFill>
              </a:rPr>
            </a:br>
            <a:r>
              <a:rPr lang="en-US" altLang="en-US" b="1" dirty="0">
                <a:solidFill>
                  <a:schemeClr val="tx1"/>
                </a:solidFill>
              </a:rPr>
              <a:t> </a:t>
            </a:r>
            <a:r>
              <a:rPr lang="en-US" altLang="en-US" sz="9600" b="1" dirty="0">
                <a:solidFill>
                  <a:schemeClr val="tx1"/>
                </a:solidFill>
              </a:rPr>
              <a:t>CSS</a:t>
            </a:r>
            <a:endParaRPr lang="en-US" b="1" dirty="0">
              <a:solidFill>
                <a:schemeClr val="tx1"/>
              </a:solidFill>
            </a:endParaRPr>
          </a:p>
        </p:txBody>
      </p:sp>
    </p:spTree>
    <p:extLst>
      <p:ext uri="{BB962C8B-B14F-4D97-AF65-F5344CB8AC3E}">
        <p14:creationId xmlns:p14="http://schemas.microsoft.com/office/powerpoint/2010/main" val="325815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Grp="1" noChangeArrowheads="1"/>
          </p:cNvSpPr>
          <p:nvPr>
            <p:ph type="ctrTitle"/>
          </p:nvPr>
        </p:nvSpPr>
        <p:spPr>
          <a:xfrm>
            <a:off x="1832963" y="128587"/>
            <a:ext cx="8149590" cy="640080"/>
          </a:xfrm>
        </p:spPr>
        <p:txBody>
          <a:bodyPr vert="horz" lIns="0" tIns="0" rIns="0" bIns="0" rtlCol="0" anchor="t" anchorCtr="0">
            <a:normAutofit/>
          </a:bodyPr>
          <a:lstStyle/>
          <a:p>
            <a:pPr eaLnBrk="1" hangingPunct="1">
              <a:lnSpc>
                <a:spcPct val="95000"/>
              </a:lnSpc>
              <a:defRPr/>
            </a:pPr>
            <a:r>
              <a:rPr lang="en-US" sz="4000" dirty="0"/>
              <a:t>What is CSS?</a:t>
            </a:r>
          </a:p>
        </p:txBody>
      </p:sp>
      <p:sp>
        <p:nvSpPr>
          <p:cNvPr id="3074" name="Rectangle 2"/>
          <p:cNvSpPr>
            <a:spLocks noGrp="1" noChangeArrowheads="1"/>
          </p:cNvSpPr>
          <p:nvPr>
            <p:ph type="subTitle" idx="1"/>
          </p:nvPr>
        </p:nvSpPr>
        <p:spPr>
          <a:xfrm>
            <a:off x="659876" y="1206632"/>
            <a:ext cx="11331019" cy="4882702"/>
          </a:xfrm>
        </p:spPr>
        <p:txBody>
          <a:bodyPr vert="horz" lIns="0" tIns="0" rIns="0" bIns="0" rtlCol="0">
            <a:normAutofit/>
          </a:bodyPr>
          <a:lstStyle/>
          <a:p>
            <a:pPr marL="228600" indent="-228600" algn="l">
              <a:buFont typeface="Arial" panose="020B0604020202020204" pitchFamily="34" charset="0"/>
              <a:buChar char="•"/>
              <a:defRPr/>
            </a:pPr>
            <a:r>
              <a:rPr lang="en-US" dirty="0">
                <a:solidFill>
                  <a:prstClr val="black"/>
                </a:solidFill>
                <a:latin typeface="Aptos" panose="020B0004020202020204" pitchFamily="34" charset="0"/>
                <a:cs typeface="Times New Roman" pitchFamily="18" charset="0"/>
              </a:rPr>
              <a:t>CSS stands for Cascading Style Sheets </a:t>
            </a:r>
          </a:p>
          <a:p>
            <a:pPr marL="228600" indent="-228600" algn="l">
              <a:buFont typeface="Arial" panose="020B0604020202020204" pitchFamily="34" charset="0"/>
              <a:buChar char="•"/>
              <a:defRPr/>
            </a:pPr>
            <a:r>
              <a:rPr lang="en-US" dirty="0">
                <a:solidFill>
                  <a:prstClr val="black"/>
                </a:solidFill>
                <a:latin typeface="Aptos" panose="020B0004020202020204" pitchFamily="34" charset="0"/>
                <a:cs typeface="Times New Roman" pitchFamily="18" charset="0"/>
              </a:rPr>
              <a:t>Styles - define how to display HTML elements </a:t>
            </a:r>
          </a:p>
          <a:p>
            <a:pPr marL="228600" indent="-228600" algn="l">
              <a:buFont typeface="Arial" panose="020B0604020202020204" pitchFamily="34" charset="0"/>
              <a:buChar char="•"/>
              <a:defRPr/>
            </a:pPr>
            <a:r>
              <a:rPr lang="en-US" dirty="0">
                <a:solidFill>
                  <a:prstClr val="black"/>
                </a:solidFill>
                <a:latin typeface="Aptos" panose="020B0004020202020204" pitchFamily="34" charset="0"/>
                <a:cs typeface="Times New Roman" pitchFamily="18" charset="0"/>
              </a:rPr>
              <a:t>Styles are normally stored in Style Sheets (with .</a:t>
            </a:r>
            <a:r>
              <a:rPr lang="en-US" dirty="0" err="1">
                <a:solidFill>
                  <a:prstClr val="black"/>
                </a:solidFill>
                <a:latin typeface="Aptos" panose="020B0004020202020204" pitchFamily="34" charset="0"/>
                <a:cs typeface="Times New Roman" pitchFamily="18" charset="0"/>
              </a:rPr>
              <a:t>css</a:t>
            </a:r>
            <a:r>
              <a:rPr lang="en-US" dirty="0">
                <a:solidFill>
                  <a:prstClr val="black"/>
                </a:solidFill>
                <a:latin typeface="Aptos" panose="020B0004020202020204" pitchFamily="34" charset="0"/>
                <a:cs typeface="Times New Roman" pitchFamily="18" charset="0"/>
              </a:rPr>
              <a:t> file extension)</a:t>
            </a:r>
          </a:p>
          <a:p>
            <a:pPr marL="685800" lvl="1" indent="-228600" algn="l">
              <a:buFont typeface="Arial" panose="020B0604020202020204" pitchFamily="34" charset="0"/>
              <a:buChar char="•"/>
              <a:defRPr/>
            </a:pPr>
            <a:endParaRPr lang="en-US" dirty="0">
              <a:solidFill>
                <a:prstClr val="black"/>
              </a:solidFill>
              <a:latin typeface="Aptos" panose="020B0004020202020204" pitchFamily="34" charset="0"/>
              <a:cs typeface="Times New Roman" pitchFamily="18" charset="0"/>
            </a:endParaRPr>
          </a:p>
          <a:p>
            <a:pPr marL="228600" marR="0" lvl="0" indent="-228600" algn="l" fontAlgn="auto">
              <a:spcAft>
                <a:spcPts val="0"/>
              </a:spcAft>
              <a:buClrTx/>
              <a:buSzTx/>
              <a:buFont typeface="Arial" panose="020B0604020202020204" pitchFamily="34" charset="0"/>
              <a:buChar char="•"/>
              <a:tabLst/>
              <a:defRPr/>
            </a:pPr>
            <a:r>
              <a:rPr lang="en-US" dirty="0">
                <a:solidFill>
                  <a:prstClr val="black"/>
                </a:solidFill>
                <a:latin typeface="Aptos" panose="020B0004020202020204" pitchFamily="34" charset="0"/>
                <a:cs typeface="Times New Roman" pitchFamily="18" charset="0"/>
              </a:rPr>
              <a:t>HTML  and CSS work together to produce beautiful and functional Web sites.</a:t>
            </a:r>
            <a:endParaRPr kumimoji="0" lang="en-US" sz="3200" b="0" i="0" u="none" strike="noStrike" kern="1200" cap="none" spc="0" normalizeH="0" baseline="0" noProof="0" dirty="0">
              <a:ln>
                <a:noFill/>
              </a:ln>
              <a:solidFill>
                <a:prstClr val="black"/>
              </a:solidFill>
              <a:effectLst/>
              <a:uLnTx/>
              <a:uFillTx/>
              <a:latin typeface="Aptos" panose="020B0004020202020204" pitchFamily="34" charset="0"/>
              <a:ea typeface="+mn-ea"/>
              <a:cs typeface="Times New Roman" pitchFamily="18" charset="0"/>
            </a:endParaRPr>
          </a:p>
          <a:p>
            <a:pPr marL="685800" lvl="1" indent="-228600" algn="l">
              <a:spcBef>
                <a:spcPts val="1000"/>
              </a:spcBef>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Aptos" panose="020B0004020202020204" pitchFamily="34" charset="0"/>
                <a:ea typeface="+mn-ea"/>
                <a:cs typeface="Times New Roman" pitchFamily="18" charset="0"/>
              </a:rPr>
              <a:t>HTML= Structure</a:t>
            </a:r>
          </a:p>
          <a:p>
            <a:pPr marL="685800" lvl="1" indent="-228600" algn="l">
              <a:spcBef>
                <a:spcPts val="1000"/>
              </a:spcBef>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Aptos" panose="020B0004020202020204" pitchFamily="34" charset="0"/>
                <a:ea typeface="+mn-ea"/>
                <a:cs typeface="Times New Roman" pitchFamily="18" charset="0"/>
              </a:rPr>
              <a:t>CSS= Style (appearance, color of fonts, alignment, background color </a:t>
            </a:r>
            <a:r>
              <a:rPr kumimoji="0" lang="en-US" b="0" i="0" u="none" strike="noStrike" kern="1200" cap="none" spc="0" normalizeH="0" baseline="0" noProof="0" dirty="0" err="1">
                <a:ln>
                  <a:noFill/>
                </a:ln>
                <a:solidFill>
                  <a:prstClr val="black"/>
                </a:solidFill>
                <a:effectLst/>
                <a:uLnTx/>
                <a:uFillTx/>
                <a:latin typeface="Aptos" panose="020B0004020202020204" pitchFamily="34" charset="0"/>
                <a:ea typeface="+mn-ea"/>
                <a:cs typeface="Times New Roman" pitchFamily="18" charset="0"/>
              </a:rPr>
              <a:t>etc</a:t>
            </a:r>
            <a:r>
              <a:rPr kumimoji="0" lang="en-US" b="0" i="0" u="none" strike="noStrike" kern="1200" cap="none" spc="0" normalizeH="0" baseline="0" noProof="0">
                <a:ln>
                  <a:noFill/>
                </a:ln>
                <a:solidFill>
                  <a:prstClr val="black"/>
                </a:solidFill>
                <a:effectLst/>
                <a:uLnTx/>
                <a:uFillTx/>
                <a:latin typeface="Aptos" panose="020B0004020202020204" pitchFamily="34" charset="0"/>
                <a:ea typeface="+mn-ea"/>
                <a:cs typeface="Times New Roman" pitchFamily="18" charset="0"/>
              </a:rPr>
              <a:t>)</a:t>
            </a:r>
            <a:endParaRPr kumimoji="0" lang="en-US" b="0" i="0" u="none" strike="noStrike" kern="1200" cap="none" spc="0" normalizeH="0" baseline="0" noProof="0" dirty="0">
              <a:ln>
                <a:noFill/>
              </a:ln>
              <a:solidFill>
                <a:prstClr val="black"/>
              </a:solidFill>
              <a:effectLst/>
              <a:uLnTx/>
              <a:uFillTx/>
              <a:latin typeface="Aptos" panose="020B0004020202020204" pitchFamily="34" charset="0"/>
              <a:ea typeface="+mn-ea"/>
              <a:cs typeface="Times New Roman" pitchFamily="18" charset="0"/>
            </a:endParaRPr>
          </a:p>
          <a:p>
            <a:pPr marL="102870" lvl="1" algn="l">
              <a:lnSpc>
                <a:spcPct val="95000"/>
              </a:lnSpc>
              <a:spcBef>
                <a:spcPct val="0"/>
              </a:spcBef>
              <a:buClr>
                <a:srgbClr val="FFFFFF"/>
              </a:buClr>
              <a:defRPr/>
            </a:pPr>
            <a:endParaRPr lang="en-US" sz="1980" dirty="0"/>
          </a:p>
          <a:p>
            <a:pPr marL="228600" indent="-228600" algn="l">
              <a:buFont typeface="Arial" panose="020B0604020202020204" pitchFamily="34" charset="0"/>
              <a:buChar char="•"/>
              <a:defRPr/>
            </a:pPr>
            <a:r>
              <a:rPr lang="en-US" dirty="0">
                <a:solidFill>
                  <a:prstClr val="black"/>
                </a:solidFill>
                <a:latin typeface="Aptos" panose="020B0004020202020204" pitchFamily="34" charset="0"/>
                <a:cs typeface="Times New Roman" pitchFamily="18" charset="0"/>
              </a:rPr>
              <a:t>Cascading Style Sheets (CSS) – is a rule based language that applies styling to your HTML elements. </a:t>
            </a:r>
          </a:p>
          <a:p>
            <a:pPr marL="685800" lvl="1" indent="-228600" algn="l">
              <a:buFont typeface="Arial" panose="020B0604020202020204" pitchFamily="34" charset="0"/>
              <a:buChar char="•"/>
              <a:defRPr/>
            </a:pPr>
            <a:r>
              <a:rPr lang="en-US" dirty="0">
                <a:solidFill>
                  <a:prstClr val="black"/>
                </a:solidFill>
                <a:latin typeface="Aptos" panose="020B0004020202020204" pitchFamily="34" charset="0"/>
                <a:cs typeface="Times New Roman" pitchFamily="18" charset="0"/>
              </a:rPr>
              <a:t>You write CSS rules in elements, and modify properties of those elements such as color, background color, width, border thickness, font size, etc. </a:t>
            </a:r>
          </a:p>
          <a:p>
            <a:pPr lvl="1" indent="-354330">
              <a:lnSpc>
                <a:spcPct val="95000"/>
              </a:lnSpc>
              <a:spcBef>
                <a:spcPct val="0"/>
              </a:spcBef>
              <a:buClr>
                <a:srgbClr val="FFFFFF"/>
              </a:buClr>
              <a:buFontTx/>
              <a:buChar char="•"/>
              <a:defRPr/>
            </a:pPr>
            <a:endParaRPr lang="en-US" sz="1980" dirty="0"/>
          </a:p>
          <a:p>
            <a:pPr lvl="1" indent="-354330">
              <a:lnSpc>
                <a:spcPct val="95000"/>
              </a:lnSpc>
              <a:spcBef>
                <a:spcPct val="0"/>
              </a:spcBef>
              <a:buClr>
                <a:srgbClr val="FFFFFF"/>
              </a:buClr>
              <a:buFontTx/>
              <a:buChar char="•"/>
              <a:defRPr/>
            </a:pPr>
            <a:endParaRPr lang="en-US" sz="19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6"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118" name="Rectangle 4117">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7" name="Rectangle 1"/>
          <p:cNvSpPr>
            <a:spLocks noGrp="1" noChangeArrowheads="1"/>
          </p:cNvSpPr>
          <p:nvPr>
            <p:ph type="ctrTitle"/>
          </p:nvPr>
        </p:nvSpPr>
        <p:spPr>
          <a:xfrm>
            <a:off x="761995" y="307447"/>
            <a:ext cx="10693884" cy="712831"/>
          </a:xfrm>
        </p:spPr>
        <p:txBody>
          <a:bodyPr vert="horz" lIns="91440" tIns="45720" rIns="91440" bIns="45720" rtlCol="0" anchor="ctr" anchorCtr="0">
            <a:normAutofit/>
          </a:bodyPr>
          <a:lstStyle/>
          <a:p>
            <a:pPr>
              <a:defRPr/>
            </a:pPr>
            <a:r>
              <a:rPr lang="en-US" sz="4000" kern="1200" dirty="0">
                <a:solidFill>
                  <a:schemeClr val="tx1"/>
                </a:solidFill>
                <a:latin typeface="+mj-lt"/>
                <a:ea typeface="+mj-ea"/>
                <a:cs typeface="+mj-cs"/>
              </a:rPr>
              <a:t>Syntax of CSS</a:t>
            </a:r>
          </a:p>
        </p:txBody>
      </p:sp>
      <p:pic>
        <p:nvPicPr>
          <p:cNvPr id="4" name="Picture 3" descr="A diagram of a system&#10;&#10;AI-generated content may be incorrect.">
            <a:extLst>
              <a:ext uri="{FF2B5EF4-FFF2-40B4-BE49-F238E27FC236}">
                <a16:creationId xmlns:a16="http://schemas.microsoft.com/office/drawing/2014/main" id="{DC7A9F91-DD49-79B7-07C7-D933C576E8B2}"/>
              </a:ext>
            </a:extLst>
          </p:cNvPr>
          <p:cNvPicPr>
            <a:picLocks noChangeAspect="1"/>
          </p:cNvPicPr>
          <p:nvPr/>
        </p:nvPicPr>
        <p:blipFill>
          <a:blip r:embed="rId2"/>
          <a:stretch>
            <a:fillRect/>
          </a:stretch>
        </p:blipFill>
        <p:spPr>
          <a:xfrm>
            <a:off x="607746" y="1734295"/>
            <a:ext cx="5846644" cy="3902635"/>
          </a:xfrm>
          <a:prstGeom prst="rect">
            <a:avLst/>
          </a:prstGeom>
        </p:spPr>
      </p:pic>
      <p:sp>
        <p:nvSpPr>
          <p:cNvPr id="4098" name="Rectangle 2"/>
          <p:cNvSpPr>
            <a:spLocks noGrp="1" noChangeArrowheads="1"/>
          </p:cNvSpPr>
          <p:nvPr>
            <p:ph type="subTitle" idx="1"/>
          </p:nvPr>
        </p:nvSpPr>
        <p:spPr>
          <a:xfrm>
            <a:off x="6728059" y="1729118"/>
            <a:ext cx="4727820" cy="4531406"/>
          </a:xfrm>
        </p:spPr>
        <p:txBody>
          <a:bodyPr vert="horz" lIns="91440" tIns="45720" rIns="91440" bIns="45720" rtlCol="0" anchor="ctr">
            <a:normAutofit/>
          </a:bodyPr>
          <a:lstStyle/>
          <a:p>
            <a:pPr marL="177165" lvl="1" algn="l">
              <a:spcBef>
                <a:spcPct val="0"/>
              </a:spcBef>
              <a:buClr>
                <a:srgbClr val="FFFFFF"/>
              </a:buClr>
              <a:defRPr/>
            </a:pPr>
            <a:r>
              <a:rPr lang="en-US" sz="1700" u="sng" dirty="0"/>
              <a:t>The CSS syntax is made up of 5 parts: </a:t>
            </a:r>
            <a:br>
              <a:rPr lang="en-US" sz="1700" dirty="0"/>
            </a:br>
            <a:r>
              <a:rPr lang="en-US" sz="1700" dirty="0"/>
              <a:t> </a:t>
            </a:r>
          </a:p>
          <a:p>
            <a:pPr marL="634365" lvl="1" indent="-228600" algn="l">
              <a:buFont typeface="Arial" panose="020B0604020202020204" pitchFamily="34" charset="0"/>
              <a:buChar char="•"/>
              <a:defRPr/>
            </a:pPr>
            <a:r>
              <a:rPr lang="en-US" sz="1700" dirty="0"/>
              <a:t>selector</a:t>
            </a:r>
          </a:p>
          <a:p>
            <a:pPr marL="634365" lvl="1" indent="-228600" algn="l">
              <a:buFont typeface="Arial" panose="020B0604020202020204" pitchFamily="34" charset="0"/>
              <a:buChar char="•"/>
              <a:defRPr/>
            </a:pPr>
            <a:r>
              <a:rPr lang="en-US" sz="1700" dirty="0"/>
              <a:t>declaration block </a:t>
            </a:r>
          </a:p>
          <a:p>
            <a:pPr marL="634365" lvl="1" indent="-228600" algn="l">
              <a:buFont typeface="Arial" panose="020B0604020202020204" pitchFamily="34" charset="0"/>
              <a:buChar char="•"/>
              <a:defRPr/>
            </a:pPr>
            <a:r>
              <a:rPr lang="en-US" sz="1700" dirty="0"/>
              <a:t>declaration</a:t>
            </a:r>
          </a:p>
          <a:p>
            <a:pPr marL="634365" lvl="1" indent="-228600" algn="l">
              <a:buFont typeface="Arial" panose="020B0604020202020204" pitchFamily="34" charset="0"/>
              <a:buChar char="•"/>
              <a:defRPr/>
            </a:pPr>
            <a:r>
              <a:rPr lang="en-US" sz="1700" dirty="0"/>
              <a:t>property/value</a:t>
            </a:r>
          </a:p>
          <a:p>
            <a:pPr marL="634365" lvl="1" indent="-228600" algn="l">
              <a:buFont typeface="Arial" panose="020B0604020202020204" pitchFamily="34" charset="0"/>
              <a:buChar char="•"/>
              <a:defRPr/>
            </a:pPr>
            <a:r>
              <a:rPr lang="en-US" sz="1700" dirty="0"/>
              <a:t> curly braces</a:t>
            </a:r>
          </a:p>
          <a:p>
            <a:pPr marL="634365" lvl="1" indent="-228600" algn="l">
              <a:buFont typeface="Arial" panose="020B0604020202020204" pitchFamily="34" charset="0"/>
              <a:buChar char="•"/>
              <a:defRPr/>
            </a:pPr>
            <a:endParaRPr lang="en-US" sz="1700" dirty="0"/>
          </a:p>
          <a:p>
            <a:pPr marL="405765" lvl="1" indent="-228600" algn="l">
              <a:buFont typeface="Arial" panose="020B0604020202020204" pitchFamily="34" charset="0"/>
              <a:buChar char="•"/>
              <a:defRPr/>
            </a:pPr>
            <a:r>
              <a:rPr lang="en-US" sz="1700" dirty="0"/>
              <a:t>Selector identifies the HTML elements that the rule will be applied to, identified by the actual element name, e.g. &lt;body&gt;, or by other means such as </a:t>
            </a:r>
            <a:r>
              <a:rPr lang="en-US" sz="1700" b="1" dirty="0"/>
              <a:t>class</a:t>
            </a:r>
            <a:r>
              <a:rPr lang="en-US" sz="1700" dirty="0"/>
              <a:t> attribute values. </a:t>
            </a:r>
          </a:p>
          <a:p>
            <a:pPr marL="405765" lvl="1" indent="-228600" algn="l">
              <a:buFont typeface="Arial" panose="020B0604020202020204" pitchFamily="34" charset="0"/>
              <a:buChar char="•"/>
              <a:defRPr/>
            </a:pPr>
            <a:endParaRPr lang="en-US" sz="1700" dirty="0"/>
          </a:p>
          <a:p>
            <a:pPr marL="634365" lvl="1" indent="-228600" algn="l">
              <a:spcBef>
                <a:spcPct val="0"/>
              </a:spcBef>
              <a:buClr>
                <a:srgbClr val="FFFFFF"/>
              </a:buClr>
              <a:buFont typeface="Arial" panose="020B0604020202020204" pitchFamily="34" charset="0"/>
              <a:buChar char="•"/>
              <a:defRPr/>
            </a:pPr>
            <a:endParaRPr lang="en-US" sz="1700" dirty="0"/>
          </a:p>
        </p:txBody>
      </p:sp>
      <p:sp>
        <p:nvSpPr>
          <p:cNvPr id="6" name="TextBox 5">
            <a:extLst>
              <a:ext uri="{FF2B5EF4-FFF2-40B4-BE49-F238E27FC236}">
                <a16:creationId xmlns:a16="http://schemas.microsoft.com/office/drawing/2014/main" id="{B07AB713-E54B-986E-7DD4-58FDC8C83BA0}"/>
              </a:ext>
            </a:extLst>
          </p:cNvPr>
          <p:cNvSpPr txBox="1"/>
          <p:nvPr/>
        </p:nvSpPr>
        <p:spPr>
          <a:xfrm>
            <a:off x="607745" y="5636930"/>
            <a:ext cx="6097604" cy="276999"/>
          </a:xfrm>
          <a:prstGeom prst="rect">
            <a:avLst/>
          </a:prstGeom>
          <a:noFill/>
        </p:spPr>
        <p:txBody>
          <a:bodyPr wrap="square">
            <a:spAutoFit/>
          </a:bodyPr>
          <a:lstStyle/>
          <a:p>
            <a:pPr>
              <a:spcAft>
                <a:spcPts val="600"/>
              </a:spcAft>
            </a:pPr>
            <a:r>
              <a:rPr lang="en-US" sz="1200" dirty="0"/>
              <a:t>Image credit: https://www.scientecheasy.com/2024/05/css-syntax.html/</a:t>
            </a:r>
            <a:endParaRPr 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BE4CB-ECA4-E8A1-95CA-1C3388D54E4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A5FD77F-E445-46A2-E60E-304CF8616980}"/>
              </a:ext>
            </a:extLst>
          </p:cNvPr>
          <p:cNvSpPr>
            <a:spLocks noGrp="1"/>
          </p:cNvSpPr>
          <p:nvPr>
            <p:ph idx="1"/>
          </p:nvPr>
        </p:nvSpPr>
        <p:spPr/>
        <p:txBody>
          <a:bodyPr/>
          <a:lstStyle/>
          <a:p>
            <a:endParaRPr lang="en-US" dirty="0"/>
          </a:p>
        </p:txBody>
      </p:sp>
      <p:sp useBgFill="1">
        <p:nvSpPr>
          <p:cNvPr id="4" name="Slide Background">
            <a:extLst>
              <a:ext uri="{FF2B5EF4-FFF2-40B4-BE49-F238E27FC236}">
                <a16:creationId xmlns:a16="http://schemas.microsoft.com/office/drawing/2014/main" id="{87A0FE73-4AFB-2166-1AF7-641260CDE3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5" name="Rectangle 4">
            <a:extLst>
              <a:ext uri="{FF2B5EF4-FFF2-40B4-BE49-F238E27FC236}">
                <a16:creationId xmlns:a16="http://schemas.microsoft.com/office/drawing/2014/main" id="{23F4D359-1B85-078B-F6DE-264B2B70CC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9B4B65F5-E65F-96DD-66E8-785992872F98}"/>
              </a:ext>
            </a:extLst>
          </p:cNvPr>
          <p:cNvSpPr txBox="1">
            <a:spLocks noChangeArrowheads="1"/>
          </p:cNvSpPr>
          <p:nvPr/>
        </p:nvSpPr>
        <p:spPr>
          <a:xfrm>
            <a:off x="548161" y="149582"/>
            <a:ext cx="10693884" cy="712831"/>
          </a:xfrm>
          <a:prstGeom prst="rect">
            <a:avLst/>
          </a:prstGeom>
        </p:spPr>
        <p:txBody>
          <a:bodyPr vert="horz" lIns="91440" tIns="45720" rIns="91440" bIns="45720" rtlCol="0" anchor="ctr" anchorCtr="0">
            <a:normAutofit/>
          </a:bodyPr>
          <a:lst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defRPr/>
            </a:pPr>
            <a:r>
              <a:rPr lang="en-US"/>
              <a:t>Syntax of CSS</a:t>
            </a:r>
            <a:endParaRPr lang="en-US" dirty="0"/>
          </a:p>
        </p:txBody>
      </p:sp>
      <p:pic>
        <p:nvPicPr>
          <p:cNvPr id="7" name="Picture 6" descr="A diagram of a system&#10;&#10;AI-generated content may be incorrect.">
            <a:extLst>
              <a:ext uri="{FF2B5EF4-FFF2-40B4-BE49-F238E27FC236}">
                <a16:creationId xmlns:a16="http://schemas.microsoft.com/office/drawing/2014/main" id="{073F7C57-279E-D23E-AA3D-5F64FB06D21A}"/>
              </a:ext>
            </a:extLst>
          </p:cNvPr>
          <p:cNvPicPr>
            <a:picLocks noChangeAspect="1"/>
          </p:cNvPicPr>
          <p:nvPr/>
        </p:nvPicPr>
        <p:blipFill>
          <a:blip r:embed="rId2"/>
          <a:stretch>
            <a:fillRect/>
          </a:stretch>
        </p:blipFill>
        <p:spPr>
          <a:xfrm>
            <a:off x="548161" y="1099762"/>
            <a:ext cx="4784713" cy="3193796"/>
          </a:xfrm>
          <a:prstGeom prst="rect">
            <a:avLst/>
          </a:prstGeom>
        </p:spPr>
      </p:pic>
      <p:sp>
        <p:nvSpPr>
          <p:cNvPr id="8" name="Rectangle 2">
            <a:extLst>
              <a:ext uri="{FF2B5EF4-FFF2-40B4-BE49-F238E27FC236}">
                <a16:creationId xmlns:a16="http://schemas.microsoft.com/office/drawing/2014/main" id="{9D4EAA2A-DCE1-68AA-EE94-94A5C4040CE0}"/>
              </a:ext>
            </a:extLst>
          </p:cNvPr>
          <p:cNvSpPr txBox="1">
            <a:spLocks noChangeArrowheads="1"/>
          </p:cNvSpPr>
          <p:nvPr/>
        </p:nvSpPr>
        <p:spPr>
          <a:xfrm>
            <a:off x="5881036" y="1099763"/>
            <a:ext cx="5574843" cy="5160762"/>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165" lvl="1">
              <a:spcBef>
                <a:spcPct val="0"/>
              </a:spcBef>
              <a:buClr>
                <a:srgbClr val="FFFFFF"/>
              </a:buClr>
              <a:defRPr/>
            </a:pPr>
            <a:r>
              <a:rPr lang="en-US" sz="1700" u="sng" dirty="0"/>
              <a:t>The CSS syntax is made up of 5 parts</a:t>
            </a:r>
            <a:r>
              <a:rPr lang="en-US" sz="1700" dirty="0"/>
              <a:t>: </a:t>
            </a:r>
          </a:p>
          <a:p>
            <a:pPr marL="405765" lvl="1">
              <a:spcBef>
                <a:spcPct val="0"/>
              </a:spcBef>
              <a:buClr>
                <a:srgbClr val="FFFFFF"/>
              </a:buClr>
              <a:defRPr/>
            </a:pPr>
            <a:endParaRPr lang="en-US" sz="1700" dirty="0"/>
          </a:p>
          <a:p>
            <a:pPr marL="405765" lvl="1">
              <a:defRPr/>
            </a:pPr>
            <a:r>
              <a:rPr lang="en-US" sz="1700" b="1" dirty="0"/>
              <a:t>Selector</a:t>
            </a:r>
            <a:r>
              <a:rPr lang="en-US" sz="1700" dirty="0"/>
              <a:t> identifies the HTML elements that the rule will be applied to, identified by the actual element name, e.g. &lt;body&gt;, or by other means such as </a:t>
            </a:r>
            <a:r>
              <a:rPr lang="en-US" sz="1700" b="1" dirty="0"/>
              <a:t>class</a:t>
            </a:r>
            <a:r>
              <a:rPr lang="en-US" sz="1700" dirty="0"/>
              <a:t> attribute values. </a:t>
            </a:r>
          </a:p>
          <a:p>
            <a:pPr marL="862965" lvl="2">
              <a:defRPr/>
            </a:pPr>
            <a:endParaRPr lang="en-US" sz="1500" dirty="0"/>
          </a:p>
          <a:p>
            <a:pPr marL="405765" lvl="1">
              <a:defRPr/>
            </a:pPr>
            <a:r>
              <a:rPr lang="en-US" sz="1700" b="1" dirty="0"/>
              <a:t>Declaration block</a:t>
            </a:r>
            <a:r>
              <a:rPr lang="en-US" sz="1700" dirty="0"/>
              <a:t>: multiple declaration lines including the curly braces.</a:t>
            </a:r>
          </a:p>
          <a:p>
            <a:pPr marL="862965" lvl="2">
              <a:defRPr/>
            </a:pPr>
            <a:endParaRPr lang="en-US" sz="1500" dirty="0"/>
          </a:p>
          <a:p>
            <a:pPr marL="405765" lvl="1">
              <a:defRPr/>
            </a:pPr>
            <a:r>
              <a:rPr lang="en-US" sz="1700" b="1" dirty="0"/>
              <a:t>Declaration</a:t>
            </a:r>
            <a:r>
              <a:rPr lang="en-US" sz="1700" dirty="0"/>
              <a:t>: Each CSS line that includes property and value.</a:t>
            </a:r>
          </a:p>
          <a:p>
            <a:pPr marL="862965" lvl="2">
              <a:defRPr/>
            </a:pPr>
            <a:r>
              <a:rPr lang="en-US" sz="1500" dirty="0"/>
              <a:t>Each declaration consists of a property and a value.</a:t>
            </a:r>
          </a:p>
          <a:p>
            <a:pPr marL="1320165" lvl="3">
              <a:defRPr/>
            </a:pPr>
            <a:endParaRPr lang="en-US" sz="1300" dirty="0"/>
          </a:p>
          <a:p>
            <a:pPr marL="405765" lvl="1">
              <a:defRPr/>
            </a:pPr>
            <a:r>
              <a:rPr lang="en-US" sz="1700" b="1" dirty="0"/>
              <a:t>Property/value:</a:t>
            </a:r>
            <a:r>
              <a:rPr lang="en-US" sz="1700" dirty="0"/>
              <a:t> The property is the style attribute you want to change. Each property has a value. </a:t>
            </a:r>
          </a:p>
          <a:p>
            <a:pPr marL="862965" lvl="2">
              <a:defRPr/>
            </a:pPr>
            <a:r>
              <a:rPr lang="en-US" sz="1500" dirty="0"/>
              <a:t>Properties are separated from their respective values by colons :</a:t>
            </a:r>
          </a:p>
          <a:p>
            <a:pPr marL="862965" lvl="2">
              <a:defRPr/>
            </a:pPr>
            <a:r>
              <a:rPr lang="en-US" sz="1500" dirty="0"/>
              <a:t>Pairs are separated from each other by semicolons ; </a:t>
            </a:r>
          </a:p>
          <a:p>
            <a:pPr marL="1320165" lvl="3">
              <a:defRPr/>
            </a:pPr>
            <a:endParaRPr lang="en-US" sz="1300" dirty="0"/>
          </a:p>
          <a:p>
            <a:pPr marL="405765" lvl="1">
              <a:defRPr/>
            </a:pPr>
            <a:r>
              <a:rPr lang="en-US" sz="1700" b="1" dirty="0"/>
              <a:t>Curly Braces</a:t>
            </a:r>
            <a:r>
              <a:rPr lang="en-US" sz="1700" dirty="0"/>
              <a:t>: the curly braces contain the properties of the element you want to manipulate, and the values that you want to change them to. The curly braces plus their content is called a declaration block. </a:t>
            </a:r>
          </a:p>
          <a:p>
            <a:pPr marL="405765" lvl="1">
              <a:defRPr/>
            </a:pPr>
            <a:endParaRPr lang="en-US" sz="1700" dirty="0"/>
          </a:p>
          <a:p>
            <a:pPr marL="634365" lvl="1">
              <a:spcBef>
                <a:spcPct val="0"/>
              </a:spcBef>
              <a:buClr>
                <a:srgbClr val="FFFFFF"/>
              </a:buClr>
              <a:defRPr/>
            </a:pPr>
            <a:endParaRPr lang="en-US" sz="1700" dirty="0"/>
          </a:p>
        </p:txBody>
      </p:sp>
      <p:pic>
        <p:nvPicPr>
          <p:cNvPr id="9" name="Picture 8">
            <a:extLst>
              <a:ext uri="{FF2B5EF4-FFF2-40B4-BE49-F238E27FC236}">
                <a16:creationId xmlns:a16="http://schemas.microsoft.com/office/drawing/2014/main" id="{73CA7B81-5E97-ED26-87C8-674E680D3316}"/>
              </a:ext>
            </a:extLst>
          </p:cNvPr>
          <p:cNvPicPr>
            <a:picLocks noChangeAspect="1"/>
          </p:cNvPicPr>
          <p:nvPr/>
        </p:nvPicPr>
        <p:blipFill>
          <a:blip r:embed="rId3"/>
          <a:stretch>
            <a:fillRect/>
          </a:stretch>
        </p:blipFill>
        <p:spPr>
          <a:xfrm>
            <a:off x="368668" y="4507753"/>
            <a:ext cx="5238287" cy="2136051"/>
          </a:xfrm>
          <a:prstGeom prst="rect">
            <a:avLst/>
          </a:prstGeom>
        </p:spPr>
      </p:pic>
    </p:spTree>
    <p:extLst>
      <p:ext uri="{BB962C8B-B14F-4D97-AF65-F5344CB8AC3E}">
        <p14:creationId xmlns:p14="http://schemas.microsoft.com/office/powerpoint/2010/main" val="1349641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712" name="Rectangle 7271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06" name="Rectangle 2"/>
          <p:cNvSpPr>
            <a:spLocks noGrp="1" noChangeArrowheads="1"/>
          </p:cNvSpPr>
          <p:nvPr>
            <p:ph type="ctrTitle"/>
          </p:nvPr>
        </p:nvSpPr>
        <p:spPr>
          <a:xfrm>
            <a:off x="645064" y="525982"/>
            <a:ext cx="4282983" cy="1200361"/>
          </a:xfrm>
        </p:spPr>
        <p:txBody>
          <a:bodyPr vert="horz" lIns="91440" tIns="45720" rIns="91440" bIns="45720" rtlCol="0" anchor="b" anchorCtr="0">
            <a:normAutofit/>
          </a:bodyPr>
          <a:lstStyle/>
          <a:p>
            <a:pPr algn="l">
              <a:defRPr/>
            </a:pPr>
            <a:r>
              <a:rPr lang="en-US" sz="3600" kern="1200" dirty="0">
                <a:solidFill>
                  <a:schemeClr val="tx1"/>
                </a:solidFill>
                <a:latin typeface="+mj-lt"/>
                <a:ea typeface="+mj-ea"/>
                <a:cs typeface="+mj-cs"/>
              </a:rPr>
              <a:t>Class and id Selectors</a:t>
            </a:r>
          </a:p>
        </p:txBody>
      </p:sp>
      <p:sp>
        <p:nvSpPr>
          <p:cNvPr id="72714" name="Rectangle 7271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16" name="Rectangle 7271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18" name="Rectangle 7271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20" name="Rectangle 727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57B1B41-B383-1E24-4D15-787ADAFDFA30}"/>
              </a:ext>
            </a:extLst>
          </p:cNvPr>
          <p:cNvPicPr>
            <a:picLocks noChangeAspect="1"/>
          </p:cNvPicPr>
          <p:nvPr/>
        </p:nvPicPr>
        <p:blipFill>
          <a:blip r:embed="rId3"/>
          <a:stretch>
            <a:fillRect/>
          </a:stretch>
        </p:blipFill>
        <p:spPr>
          <a:xfrm>
            <a:off x="310234" y="2106458"/>
            <a:ext cx="5215600" cy="2412214"/>
          </a:xfrm>
          <a:prstGeom prst="rect">
            <a:avLst/>
          </a:prstGeom>
        </p:spPr>
      </p:pic>
      <p:sp>
        <p:nvSpPr>
          <p:cNvPr id="72707" name="Rectangle 3"/>
          <p:cNvSpPr>
            <a:spLocks noGrp="1" noChangeArrowheads="1"/>
          </p:cNvSpPr>
          <p:nvPr>
            <p:ph type="subTitle" idx="1"/>
          </p:nvPr>
        </p:nvSpPr>
        <p:spPr>
          <a:xfrm>
            <a:off x="5696791" y="510856"/>
            <a:ext cx="6136700" cy="6270170"/>
          </a:xfrm>
        </p:spPr>
        <p:txBody>
          <a:bodyPr vert="horz" lIns="91440" tIns="45720" rIns="91440" bIns="45720" rtlCol="0" anchor="ctr">
            <a:normAutofit/>
          </a:bodyPr>
          <a:lstStyle/>
          <a:p>
            <a:pPr marL="291465" indent="-228600" algn="l">
              <a:buFont typeface="Arial" panose="020B0604020202020204" pitchFamily="34" charset="0"/>
              <a:buChar char="•"/>
              <a:defRPr/>
            </a:pPr>
            <a:r>
              <a:rPr lang="en-US" sz="1600" dirty="0"/>
              <a:t>In addition to setting a style for a HTML element, CSS allows you to specify your own selectors called "id" and "class".</a:t>
            </a:r>
          </a:p>
          <a:p>
            <a:pPr marL="1205865" lvl="2" indent="-228600" algn="l">
              <a:buFont typeface="Arial" panose="020B0604020202020204" pitchFamily="34" charset="0"/>
              <a:buChar char="•"/>
              <a:defRPr/>
            </a:pPr>
            <a:endParaRPr lang="en-US" sz="1600" dirty="0"/>
          </a:p>
          <a:p>
            <a:pPr marL="291465" indent="-228600" algn="l">
              <a:buFont typeface="Arial" panose="020B0604020202020204" pitchFamily="34" charset="0"/>
              <a:buChar char="•"/>
              <a:defRPr/>
            </a:pPr>
            <a:r>
              <a:rPr lang="en-US" sz="1600" b="1" dirty="0"/>
              <a:t>id</a:t>
            </a:r>
            <a:r>
              <a:rPr lang="en-US" sz="1600" dirty="0"/>
              <a:t> -  The id selector is used to </a:t>
            </a:r>
            <a:r>
              <a:rPr lang="en-US" sz="1600" b="1" dirty="0"/>
              <a:t>specify a style for a single, unique element</a:t>
            </a:r>
            <a:r>
              <a:rPr lang="en-US" sz="1600" dirty="0"/>
              <a:t>. </a:t>
            </a:r>
          </a:p>
          <a:p>
            <a:pPr marL="748665" lvl="1" indent="-228600" algn="l">
              <a:buFont typeface="Arial" panose="020B0604020202020204" pitchFamily="34" charset="0"/>
              <a:buChar char="•"/>
              <a:defRPr/>
            </a:pPr>
            <a:r>
              <a:rPr lang="en-US" sz="1600" dirty="0"/>
              <a:t>The id selector uses the id attribute of the HTML element, and is </a:t>
            </a:r>
            <a:r>
              <a:rPr lang="en-US" sz="1600" b="1" dirty="0"/>
              <a:t>defined with a "#"</a:t>
            </a:r>
            <a:r>
              <a:rPr lang="en-US" sz="1600" dirty="0"/>
              <a:t> </a:t>
            </a:r>
          </a:p>
          <a:p>
            <a:pPr marL="748665" lvl="1" indent="-228600" algn="l">
              <a:buFont typeface="Arial" panose="020B0604020202020204" pitchFamily="34" charset="0"/>
              <a:buChar char="•"/>
              <a:defRPr/>
            </a:pPr>
            <a:r>
              <a:rPr lang="en-US" sz="1600" dirty="0"/>
              <a:t>The style rule below will be applied to the element with id="para1": </a:t>
            </a:r>
          </a:p>
          <a:p>
            <a:pPr marL="748665" lvl="1" indent="-228600" algn="l">
              <a:buFont typeface="Arial" panose="020B0604020202020204" pitchFamily="34" charset="0"/>
              <a:buChar char="•"/>
              <a:defRPr/>
            </a:pPr>
            <a:r>
              <a:rPr lang="en-US" sz="1600" dirty="0"/>
              <a:t>#para1 {</a:t>
            </a:r>
            <a:r>
              <a:rPr lang="en-US" sz="1600" dirty="0" err="1"/>
              <a:t>text-align:center;color:red</a:t>
            </a:r>
            <a:r>
              <a:rPr lang="en-US" sz="1600" dirty="0"/>
              <a:t>;}</a:t>
            </a:r>
          </a:p>
          <a:p>
            <a:pPr marL="1205865" lvl="2" indent="-228600" algn="l">
              <a:buFont typeface="Arial" panose="020B0604020202020204" pitchFamily="34" charset="0"/>
              <a:buChar char="•"/>
              <a:defRPr/>
            </a:pPr>
            <a:endParaRPr lang="en-US" sz="1600" dirty="0"/>
          </a:p>
          <a:p>
            <a:pPr marL="291465" indent="-228600" algn="l">
              <a:buFont typeface="Arial" panose="020B0604020202020204" pitchFamily="34" charset="0"/>
              <a:buChar char="•"/>
              <a:defRPr/>
            </a:pPr>
            <a:r>
              <a:rPr lang="en-US" sz="1600" b="1" dirty="0"/>
              <a:t>Class</a:t>
            </a:r>
            <a:r>
              <a:rPr lang="en-US" sz="1600" dirty="0"/>
              <a:t> -  The class selector is used to </a:t>
            </a:r>
            <a:r>
              <a:rPr lang="en-US" sz="1600" b="1" dirty="0"/>
              <a:t>specify a style for a group of elements</a:t>
            </a:r>
            <a:r>
              <a:rPr lang="en-US" sz="1600" dirty="0"/>
              <a:t>. </a:t>
            </a:r>
          </a:p>
          <a:p>
            <a:pPr marL="748665" lvl="1" indent="-228600" algn="l">
              <a:buFont typeface="Arial" panose="020B0604020202020204" pitchFamily="34" charset="0"/>
              <a:buChar char="•"/>
              <a:defRPr/>
            </a:pPr>
            <a:r>
              <a:rPr lang="en-US" sz="1600" dirty="0"/>
              <a:t>Unlike the id selector, the class selector is most often used on several elements. </a:t>
            </a:r>
          </a:p>
          <a:p>
            <a:pPr marL="748665" lvl="1" indent="-228600" algn="l">
              <a:buFont typeface="Arial" panose="020B0604020202020204" pitchFamily="34" charset="0"/>
              <a:buChar char="•"/>
              <a:defRPr/>
            </a:pPr>
            <a:r>
              <a:rPr lang="en-US" sz="1600" dirty="0"/>
              <a:t>This allows you to set a particular style for any HTML elements with the same class. </a:t>
            </a:r>
          </a:p>
          <a:p>
            <a:pPr marL="748665" lvl="1" indent="-228600" algn="l">
              <a:buFont typeface="Arial" panose="020B0604020202020204" pitchFamily="34" charset="0"/>
              <a:buChar char="•"/>
              <a:defRPr/>
            </a:pPr>
            <a:r>
              <a:rPr lang="en-US" sz="1600" dirty="0"/>
              <a:t>The class selector uses the HTML class attribute, and is </a:t>
            </a:r>
            <a:r>
              <a:rPr lang="en-US" sz="1600" b="1" dirty="0"/>
              <a:t>defined with a "." </a:t>
            </a:r>
          </a:p>
          <a:p>
            <a:pPr marL="748665" lvl="1" indent="-228600" algn="l">
              <a:buFont typeface="Arial" panose="020B0604020202020204" pitchFamily="34" charset="0"/>
              <a:buChar char="•"/>
              <a:defRPr/>
            </a:pPr>
            <a:r>
              <a:rPr lang="en-US" sz="1600" dirty="0"/>
              <a:t>In the example below, all HTML elements with class="center" will be center-aligned</a:t>
            </a:r>
          </a:p>
          <a:p>
            <a:pPr marL="748665" lvl="1" indent="-228600" algn="l">
              <a:buFont typeface="Arial" panose="020B0604020202020204" pitchFamily="34" charset="0"/>
              <a:buChar char="•"/>
              <a:defRPr/>
            </a:pPr>
            <a:r>
              <a:rPr lang="en-US" sz="1600" dirty="0"/>
              <a:t>.center {</a:t>
            </a:r>
            <a:r>
              <a:rPr lang="en-US" sz="1600" dirty="0" err="1"/>
              <a:t>text-align:center</a:t>
            </a:r>
            <a:r>
              <a:rPr lang="en-US" sz="1600" dirty="0"/>
              <a:t>;}</a:t>
            </a:r>
          </a:p>
          <a:p>
            <a:pPr marL="291465" indent="-228600" algn="l">
              <a:buFont typeface="Arial" panose="020B0604020202020204" pitchFamily="34" charset="0"/>
              <a:buChar char="•"/>
              <a:defRPr/>
            </a:pPr>
            <a:endParaRPr lang="en-US" sz="1600" dirty="0"/>
          </a:p>
          <a:p>
            <a:pPr marL="748665" lvl="1" indent="-228600" algn="l">
              <a:buFont typeface="Arial" panose="020B0604020202020204" pitchFamily="34" charset="0"/>
              <a:buChar char="•"/>
              <a:defRPr/>
            </a:pPr>
            <a:endParaRPr lang="en-US" sz="1600" dirty="0"/>
          </a:p>
        </p:txBody>
      </p:sp>
      <p:sp>
        <p:nvSpPr>
          <p:cNvPr id="6" name="TextBox 5">
            <a:extLst>
              <a:ext uri="{FF2B5EF4-FFF2-40B4-BE49-F238E27FC236}">
                <a16:creationId xmlns:a16="http://schemas.microsoft.com/office/drawing/2014/main" id="{376F3287-457F-4AEC-0104-1F36335433D2}"/>
              </a:ext>
            </a:extLst>
          </p:cNvPr>
          <p:cNvSpPr txBox="1"/>
          <p:nvPr/>
        </p:nvSpPr>
        <p:spPr>
          <a:xfrm>
            <a:off x="188830" y="4898787"/>
            <a:ext cx="5458407" cy="584775"/>
          </a:xfrm>
          <a:prstGeom prst="rect">
            <a:avLst/>
          </a:prstGeom>
          <a:noFill/>
        </p:spPr>
        <p:txBody>
          <a:bodyPr wrap="square">
            <a:spAutoFit/>
          </a:bodyPr>
          <a:lstStyle/>
          <a:p>
            <a:r>
              <a:rPr lang="en-US" sz="1600" dirty="0">
                <a:solidFill>
                  <a:schemeClr val="tx2">
                    <a:lumMod val="50000"/>
                    <a:lumOff val="50000"/>
                  </a:schemeClr>
                </a:solidFill>
              </a:rPr>
              <a:t>IDs (#) are  unique and can only be used  once on the page.</a:t>
            </a:r>
          </a:p>
          <a:p>
            <a:r>
              <a:rPr lang="en-US" sz="1600" dirty="0">
                <a:solidFill>
                  <a:schemeClr val="tx2">
                    <a:lumMod val="50000"/>
                    <a:lumOff val="50000"/>
                  </a:schemeClr>
                </a:solidFill>
              </a:rPr>
              <a:t>Classes ( . )  can be used as many times needed.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rrowheads="1"/>
          </p:cNvSpPr>
          <p:nvPr>
            <p:ph type="title"/>
          </p:nvPr>
        </p:nvSpPr>
        <p:spPr>
          <a:xfrm>
            <a:off x="1825466" y="87198"/>
            <a:ext cx="8541068" cy="594360"/>
          </a:xfrm>
        </p:spPr>
        <p:txBody>
          <a:bodyPr>
            <a:noAutofit/>
          </a:bodyPr>
          <a:lstStyle/>
          <a:p>
            <a:pPr eaLnBrk="1" hangingPunct="1">
              <a:defRPr/>
            </a:pPr>
            <a:r>
              <a:rPr lang="en-US" dirty="0"/>
              <a:t>Comments in CSS Files</a:t>
            </a:r>
          </a:p>
        </p:txBody>
      </p:sp>
      <p:sp>
        <p:nvSpPr>
          <p:cNvPr id="77827" name="Rectangle 3"/>
          <p:cNvSpPr>
            <a:spLocks noGrp="1" noRot="1" noChangeArrowheads="1"/>
          </p:cNvSpPr>
          <p:nvPr>
            <p:ph type="body" idx="1"/>
          </p:nvPr>
        </p:nvSpPr>
        <p:spPr>
          <a:xfrm>
            <a:off x="518474" y="1008668"/>
            <a:ext cx="10539167" cy="5147035"/>
          </a:xfrm>
        </p:spPr>
        <p:txBody>
          <a:bodyPr>
            <a:normAutofit/>
          </a:bodyPr>
          <a:lstStyle/>
          <a:p>
            <a:pPr eaLnBrk="1" hangingPunct="1">
              <a:lnSpc>
                <a:spcPct val="80000"/>
              </a:lnSpc>
              <a:defRPr/>
            </a:pPr>
            <a:r>
              <a:rPr lang="en-US" sz="1800" dirty="0"/>
              <a:t>Comments are used to explain your code. </a:t>
            </a:r>
          </a:p>
          <a:p>
            <a:pPr eaLnBrk="1" hangingPunct="1">
              <a:lnSpc>
                <a:spcPct val="80000"/>
              </a:lnSpc>
              <a:defRPr/>
            </a:pPr>
            <a:r>
              <a:rPr lang="en-US" sz="1800" dirty="0"/>
              <a:t>Comments are ignored by browsers.</a:t>
            </a:r>
          </a:p>
          <a:p>
            <a:pPr eaLnBrk="1" hangingPunct="1">
              <a:lnSpc>
                <a:spcPct val="80000"/>
              </a:lnSpc>
              <a:defRPr/>
            </a:pPr>
            <a:r>
              <a:rPr lang="en-US" sz="1800" dirty="0"/>
              <a:t>You add comments by enclosing them in  /* and */</a:t>
            </a:r>
          </a:p>
          <a:p>
            <a:pPr eaLnBrk="1" hangingPunct="1">
              <a:lnSpc>
                <a:spcPct val="80000"/>
              </a:lnSpc>
              <a:defRPr/>
            </a:pPr>
            <a:r>
              <a:rPr lang="en-US" sz="1800" dirty="0"/>
              <a:t>Comments can span several lines, and the browser will ignore these lines.</a:t>
            </a:r>
          </a:p>
          <a:p>
            <a:pPr eaLnBrk="1" hangingPunct="1">
              <a:lnSpc>
                <a:spcPct val="80000"/>
              </a:lnSpc>
              <a:defRPr/>
            </a:pPr>
            <a:endParaRPr lang="en-US" sz="1800" dirty="0"/>
          </a:p>
          <a:p>
            <a:pPr marL="0" indent="0" eaLnBrk="1" hangingPunct="1">
              <a:lnSpc>
                <a:spcPct val="80000"/>
              </a:lnSpc>
              <a:buNone/>
              <a:defRPr/>
            </a:pPr>
            <a:r>
              <a:rPr lang="en-US" sz="1800" b="1" dirty="0"/>
              <a:t>Example:</a:t>
            </a:r>
            <a:endParaRPr lang="en-US" sz="1800" dirty="0"/>
          </a:p>
          <a:p>
            <a:pPr eaLnBrk="1" hangingPunct="1">
              <a:lnSpc>
                <a:spcPct val="80000"/>
              </a:lnSpc>
              <a:defRPr/>
            </a:pPr>
            <a:r>
              <a:rPr lang="en-US" sz="1800" dirty="0"/>
              <a:t>/* This is a basic comment it will not appear on the page*/   </a:t>
            </a:r>
          </a:p>
          <a:p>
            <a:pPr lvl="1">
              <a:lnSpc>
                <a:spcPct val="80000"/>
              </a:lnSpc>
              <a:defRPr/>
            </a:pPr>
            <a:r>
              <a:rPr lang="en-US" sz="1400" dirty="0"/>
              <a:t> /* starts the comment </a:t>
            </a:r>
          </a:p>
          <a:p>
            <a:pPr lvl="1">
              <a:lnSpc>
                <a:spcPct val="80000"/>
              </a:lnSpc>
              <a:defRPr/>
            </a:pPr>
            <a:r>
              <a:rPr lang="en-US" sz="1400" dirty="0"/>
              <a:t>*/ is the end of the comment</a:t>
            </a:r>
          </a:p>
          <a:p>
            <a:pPr eaLnBrk="1" hangingPunct="1">
              <a:lnSpc>
                <a:spcPct val="80000"/>
              </a:lnSpc>
              <a:buFont typeface="Arial" pitchFamily="34" charset="0"/>
              <a:buNone/>
              <a:defRPr/>
            </a:pPr>
            <a:endParaRPr lang="en-US" sz="1800" dirty="0"/>
          </a:p>
          <a:p>
            <a:pPr eaLnBrk="1" hangingPunct="1">
              <a:lnSpc>
                <a:spcPct val="80000"/>
              </a:lnSpc>
              <a:buFont typeface="Arial" pitchFamily="34" charset="0"/>
              <a:buNone/>
              <a:defRPr/>
            </a:pPr>
            <a:r>
              <a:rPr lang="en-US" sz="1800" dirty="0"/>
              <a:t>/*This is a comment*/</a:t>
            </a:r>
            <a:br>
              <a:rPr lang="en-US" sz="1800" dirty="0"/>
            </a:br>
            <a:r>
              <a:rPr lang="en-US" sz="1800" dirty="0"/>
              <a:t>p{ </a:t>
            </a:r>
            <a:r>
              <a:rPr lang="en-US" sz="1800" dirty="0" err="1"/>
              <a:t>text-align:center</a:t>
            </a:r>
            <a:r>
              <a:rPr lang="en-US" sz="1800" dirty="0"/>
              <a:t>; </a:t>
            </a:r>
            <a:r>
              <a:rPr lang="en-US" sz="1800" dirty="0" err="1"/>
              <a:t>color:black</a:t>
            </a:r>
            <a:r>
              <a:rPr lang="en-US" sz="1800" dirty="0"/>
              <a:t>; </a:t>
            </a:r>
            <a:r>
              <a:rPr lang="en-US" sz="1800" dirty="0" err="1"/>
              <a:t>font-family:arial</a:t>
            </a:r>
            <a:r>
              <a:rPr lang="en-US" sz="1800" dirty="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p:nvPr>
        </p:nvSpPr>
        <p:spPr>
          <a:xfrm>
            <a:off x="1541439" y="65988"/>
            <a:ext cx="8823960" cy="756265"/>
          </a:xfrm>
        </p:spPr>
        <p:txBody>
          <a:bodyPr>
            <a:normAutofit/>
          </a:bodyPr>
          <a:lstStyle/>
          <a:p>
            <a:pPr algn="l" eaLnBrk="1" hangingPunct="1">
              <a:defRPr/>
            </a:pPr>
            <a:r>
              <a:rPr lang="en-US" dirty="0"/>
              <a:t>	How CSS is Applied to A Web Page </a:t>
            </a:r>
          </a:p>
        </p:txBody>
      </p:sp>
      <p:sp>
        <p:nvSpPr>
          <p:cNvPr id="82947" name="Rectangle 3"/>
          <p:cNvSpPr>
            <a:spLocks noGrp="1" noRot="1" noChangeArrowheads="1"/>
          </p:cNvSpPr>
          <p:nvPr>
            <p:ph type="body" idx="1"/>
          </p:nvPr>
        </p:nvSpPr>
        <p:spPr>
          <a:xfrm>
            <a:off x="385011" y="952901"/>
            <a:ext cx="11700152" cy="5905099"/>
          </a:xfrm>
        </p:spPr>
        <p:txBody>
          <a:bodyPr>
            <a:normAutofit fontScale="92500" lnSpcReduction="10000"/>
          </a:bodyPr>
          <a:lstStyle/>
          <a:p>
            <a:pPr marL="0" indent="0" eaLnBrk="1" hangingPunct="1">
              <a:buNone/>
              <a:defRPr/>
            </a:pPr>
            <a:r>
              <a:rPr lang="en-US" sz="2000" dirty="0"/>
              <a:t>CSS is applied to a web page using three </a:t>
            </a:r>
            <a:r>
              <a:rPr lang="en-US" dirty="0"/>
              <a:t>different</a:t>
            </a:r>
            <a:r>
              <a:rPr lang="en-US" sz="2000" dirty="0"/>
              <a:t> methods:</a:t>
            </a:r>
            <a:endParaRPr lang="en-US" sz="1600" dirty="0"/>
          </a:p>
          <a:p>
            <a:pPr eaLnBrk="1" hangingPunct="1">
              <a:lnSpc>
                <a:spcPct val="80000"/>
              </a:lnSpc>
              <a:defRPr/>
            </a:pPr>
            <a:r>
              <a:rPr lang="en-US" sz="2000" b="1" dirty="0"/>
              <a:t>External CSS (Recommended)</a:t>
            </a:r>
            <a:r>
              <a:rPr lang="en-US" sz="2000" dirty="0"/>
              <a:t>:</a:t>
            </a:r>
            <a:r>
              <a:rPr lang="en-US" sz="1800" dirty="0"/>
              <a:t> Applies styles as a separate file with a .</a:t>
            </a:r>
            <a:r>
              <a:rPr lang="en-US" sz="1800" dirty="0" err="1"/>
              <a:t>css</a:t>
            </a:r>
            <a:r>
              <a:rPr lang="en-US" sz="1800" dirty="0"/>
              <a:t> extension. </a:t>
            </a:r>
          </a:p>
          <a:p>
            <a:pPr lvl="1">
              <a:lnSpc>
                <a:spcPct val="80000"/>
              </a:lnSpc>
              <a:defRPr/>
            </a:pPr>
            <a:r>
              <a:rPr lang="en-US" sz="1600" dirty="0"/>
              <a:t>The file is then referenced from inside the &lt;head&gt; element by a link to the file.</a:t>
            </a:r>
          </a:p>
          <a:p>
            <a:pPr lvl="1">
              <a:lnSpc>
                <a:spcPct val="80000"/>
              </a:lnSpc>
              <a:defRPr/>
            </a:pPr>
            <a:r>
              <a:rPr lang="en-US" sz="1600" dirty="0"/>
              <a:t>For Example:</a:t>
            </a:r>
          </a:p>
          <a:p>
            <a:pPr lvl="3">
              <a:lnSpc>
                <a:spcPct val="80000"/>
              </a:lnSpc>
              <a:buNone/>
              <a:defRPr/>
            </a:pPr>
            <a:r>
              <a:rPr lang="en-US" sz="1050" dirty="0"/>
              <a:t>&lt;head&gt;</a:t>
            </a:r>
          </a:p>
          <a:p>
            <a:pPr lvl="4">
              <a:lnSpc>
                <a:spcPct val="80000"/>
              </a:lnSpc>
              <a:buNone/>
              <a:defRPr/>
            </a:pPr>
            <a:r>
              <a:rPr lang="en-US" sz="1050" dirty="0"/>
              <a:t>&lt;title&gt;my external style sheet page&lt;/title&gt;</a:t>
            </a:r>
          </a:p>
          <a:p>
            <a:pPr lvl="4">
              <a:lnSpc>
                <a:spcPct val="80000"/>
              </a:lnSpc>
              <a:buNone/>
              <a:defRPr/>
            </a:pPr>
            <a:r>
              <a:rPr lang="en-US" sz="1050" dirty="0"/>
              <a:t>&lt;link </a:t>
            </a:r>
            <a:r>
              <a:rPr lang="en-US" sz="1050" dirty="0" err="1"/>
              <a:t>rel</a:t>
            </a:r>
            <a:r>
              <a:rPr lang="en-US" sz="1050" dirty="0"/>
              <a:t>=“stylesheet” </a:t>
            </a:r>
            <a:r>
              <a:rPr lang="en-US" sz="1050" dirty="0" err="1"/>
              <a:t>href</a:t>
            </a:r>
            <a:r>
              <a:rPr lang="en-US" sz="1050" dirty="0"/>
              <a:t>=“style.css”&gt;</a:t>
            </a:r>
          </a:p>
          <a:p>
            <a:pPr lvl="3">
              <a:lnSpc>
                <a:spcPct val="80000"/>
              </a:lnSpc>
              <a:buNone/>
              <a:defRPr/>
            </a:pPr>
            <a:r>
              <a:rPr lang="en-US" sz="1050" dirty="0"/>
              <a:t>&lt;body&gt;</a:t>
            </a:r>
          </a:p>
          <a:p>
            <a:pPr lvl="3">
              <a:lnSpc>
                <a:spcPct val="80000"/>
              </a:lnSpc>
              <a:buNone/>
              <a:defRPr/>
            </a:pPr>
            <a:r>
              <a:rPr lang="en-US" sz="1050" dirty="0"/>
              <a:t>		&lt;p&gt;this is a simple paragraph&lt;/p&gt;</a:t>
            </a:r>
          </a:p>
          <a:p>
            <a:pPr lvl="3">
              <a:lnSpc>
                <a:spcPct val="80000"/>
              </a:lnSpc>
              <a:buNone/>
              <a:defRPr/>
            </a:pPr>
            <a:r>
              <a:rPr lang="en-US" sz="1050" dirty="0"/>
              <a:t>&lt;/body&gt;</a:t>
            </a:r>
          </a:p>
          <a:p>
            <a:pPr lvl="3">
              <a:defRPr/>
            </a:pPr>
            <a:endParaRPr lang="en-US" sz="1400" dirty="0"/>
          </a:p>
          <a:p>
            <a:pPr>
              <a:defRPr/>
            </a:pPr>
            <a:r>
              <a:rPr lang="en-US" sz="2000" b="1" dirty="0"/>
              <a:t>Inline CSS</a:t>
            </a:r>
            <a:r>
              <a:rPr lang="en-US" sz="2000" dirty="0"/>
              <a:t>: Using the attribute style on a tag</a:t>
            </a:r>
          </a:p>
          <a:p>
            <a:pPr lvl="1">
              <a:defRPr/>
            </a:pPr>
            <a:r>
              <a:rPr lang="en-US" sz="1800" dirty="0"/>
              <a:t>Applies styles directly to the elements by adding declarations into the style</a:t>
            </a:r>
          </a:p>
          <a:p>
            <a:pPr marL="457200" lvl="1" indent="0">
              <a:buNone/>
              <a:defRPr/>
            </a:pPr>
            <a:r>
              <a:rPr lang="en-US" sz="1800" dirty="0"/>
              <a:t>	</a:t>
            </a:r>
            <a:r>
              <a:rPr lang="en-US" sz="1050" dirty="0"/>
              <a:t>&lt;p style="color: blue; margin: 10px"&gt;</a:t>
            </a:r>
            <a:endParaRPr lang="en-US" sz="1400" dirty="0"/>
          </a:p>
          <a:p>
            <a:pPr lvl="1">
              <a:defRPr/>
            </a:pPr>
            <a:r>
              <a:rPr lang="en-US" sz="1800" dirty="0"/>
              <a:t>Above is a simple paragraph and the inline style makes it blue</a:t>
            </a:r>
          </a:p>
          <a:p>
            <a:pPr lvl="2">
              <a:defRPr/>
            </a:pPr>
            <a:endParaRPr lang="en-US" sz="1400" b="1" dirty="0"/>
          </a:p>
          <a:p>
            <a:pPr>
              <a:defRPr/>
            </a:pPr>
            <a:r>
              <a:rPr lang="en-US" sz="2000" b="1" dirty="0"/>
              <a:t>Internal CSS</a:t>
            </a:r>
            <a:r>
              <a:rPr lang="en-US" sz="2000" dirty="0"/>
              <a:t>: Applies styles to HTML by placing the CSS rules inside the tag &lt;style&gt; inside the document tag &lt;head&gt;.</a:t>
            </a:r>
          </a:p>
          <a:p>
            <a:pPr lvl="1">
              <a:lnSpc>
                <a:spcPct val="80000"/>
              </a:lnSpc>
              <a:defRPr/>
            </a:pPr>
            <a:r>
              <a:rPr lang="en-US" sz="1600" dirty="0"/>
              <a:t>For Example:</a:t>
            </a:r>
          </a:p>
          <a:p>
            <a:pPr lvl="2">
              <a:lnSpc>
                <a:spcPct val="80000"/>
              </a:lnSpc>
              <a:buNone/>
              <a:defRPr/>
            </a:pPr>
            <a:r>
              <a:rPr lang="en-US" sz="1000" dirty="0"/>
              <a:t>&lt;head&gt;</a:t>
            </a:r>
          </a:p>
          <a:p>
            <a:pPr lvl="3">
              <a:lnSpc>
                <a:spcPct val="80000"/>
              </a:lnSpc>
              <a:buNone/>
              <a:defRPr/>
            </a:pPr>
            <a:r>
              <a:rPr lang="en-US" sz="1000" dirty="0"/>
              <a:t>&lt;title&gt;my page&lt;/title&gt;</a:t>
            </a:r>
          </a:p>
          <a:p>
            <a:pPr lvl="3">
              <a:lnSpc>
                <a:spcPct val="80000"/>
              </a:lnSpc>
              <a:buNone/>
              <a:defRPr/>
            </a:pPr>
            <a:r>
              <a:rPr lang="en-US" sz="1000" dirty="0"/>
              <a:t>&lt;style &gt;p{</a:t>
            </a:r>
            <a:r>
              <a:rPr lang="en-US" sz="1000" dirty="0" err="1"/>
              <a:t>color:red</a:t>
            </a:r>
            <a:r>
              <a:rPr lang="en-US" sz="1000" dirty="0"/>
              <a:t>}&lt;/style&gt;</a:t>
            </a:r>
          </a:p>
          <a:p>
            <a:pPr lvl="2">
              <a:lnSpc>
                <a:spcPct val="80000"/>
              </a:lnSpc>
              <a:buNone/>
              <a:defRPr/>
            </a:pPr>
            <a:r>
              <a:rPr lang="en-US" sz="1000" dirty="0"/>
              <a:t>&lt;/head&gt;</a:t>
            </a:r>
          </a:p>
          <a:p>
            <a:pPr lvl="2">
              <a:lnSpc>
                <a:spcPct val="80000"/>
              </a:lnSpc>
              <a:buNone/>
              <a:defRPr/>
            </a:pPr>
            <a:r>
              <a:rPr lang="en-US" sz="1000" dirty="0"/>
              <a:t>&lt;body&gt;</a:t>
            </a:r>
          </a:p>
          <a:p>
            <a:pPr lvl="2">
              <a:lnSpc>
                <a:spcPct val="80000"/>
              </a:lnSpc>
              <a:buNone/>
              <a:defRPr/>
            </a:pPr>
            <a:r>
              <a:rPr lang="en-US" sz="1000" dirty="0"/>
              <a:t>	&lt;p&gt;this is a simple paragraph&lt;/p&gt;</a:t>
            </a:r>
          </a:p>
          <a:p>
            <a:pPr lvl="2">
              <a:lnSpc>
                <a:spcPct val="80000"/>
              </a:lnSpc>
              <a:buNone/>
              <a:defRPr/>
            </a:pPr>
            <a:r>
              <a:rPr lang="en-US" sz="1000" dirty="0"/>
              <a:t>&lt;/body&gt;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rrowheads="1"/>
          </p:cNvSpPr>
          <p:nvPr>
            <p:ph type="body" idx="1"/>
          </p:nvPr>
        </p:nvSpPr>
        <p:spPr>
          <a:xfrm>
            <a:off x="539015" y="1251284"/>
            <a:ext cx="11280808" cy="5120640"/>
          </a:xfrm>
        </p:spPr>
        <p:txBody>
          <a:bodyPr>
            <a:normAutofit/>
          </a:bodyPr>
          <a:lstStyle/>
          <a:p>
            <a:pPr marL="0" indent="0" eaLnBrk="1" hangingPunct="1">
              <a:lnSpc>
                <a:spcPct val="80000"/>
              </a:lnSpc>
              <a:buNone/>
              <a:defRPr/>
            </a:pPr>
            <a:r>
              <a:rPr lang="en-US" sz="2520" dirty="0"/>
              <a:t>What style sheet is best?</a:t>
            </a:r>
          </a:p>
          <a:p>
            <a:pPr>
              <a:lnSpc>
                <a:spcPct val="80000"/>
              </a:lnSpc>
              <a:defRPr/>
            </a:pPr>
            <a:r>
              <a:rPr lang="en-US" sz="2520" b="1" dirty="0"/>
              <a:t>External style sheets are best </a:t>
            </a:r>
            <a:r>
              <a:rPr lang="en-US" sz="2520" dirty="0"/>
              <a:t>because they allow you to save all the style information on a separate file from the content. </a:t>
            </a:r>
          </a:p>
          <a:p>
            <a:pPr lvl="1">
              <a:lnSpc>
                <a:spcPct val="80000"/>
              </a:lnSpc>
              <a:defRPr/>
            </a:pPr>
            <a:r>
              <a:rPr lang="en-US" sz="2120" dirty="0"/>
              <a:t>You can then modify a style for a site, and it will update all of the pages in a site.</a:t>
            </a:r>
          </a:p>
          <a:p>
            <a:pPr eaLnBrk="1" hangingPunct="1">
              <a:lnSpc>
                <a:spcPct val="80000"/>
              </a:lnSpc>
              <a:defRPr/>
            </a:pPr>
            <a:endParaRPr lang="en-US" sz="2520" dirty="0"/>
          </a:p>
          <a:p>
            <a:pPr eaLnBrk="1" hangingPunct="1">
              <a:lnSpc>
                <a:spcPct val="80000"/>
              </a:lnSpc>
              <a:defRPr/>
            </a:pPr>
            <a:r>
              <a:rPr lang="en-US" sz="2520" dirty="0"/>
              <a:t>Internal and External style sheets are more popular because you can style multiple elements with one rule.</a:t>
            </a:r>
          </a:p>
          <a:p>
            <a:pPr eaLnBrk="1" hangingPunct="1">
              <a:lnSpc>
                <a:spcPct val="80000"/>
              </a:lnSpc>
              <a:defRPr/>
            </a:pPr>
            <a:endParaRPr lang="en-US" sz="2520" dirty="0"/>
          </a:p>
          <a:p>
            <a:pPr eaLnBrk="1" hangingPunct="1">
              <a:lnSpc>
                <a:spcPct val="80000"/>
              </a:lnSpc>
              <a:defRPr/>
            </a:pPr>
            <a:r>
              <a:rPr lang="en-US" sz="2520" dirty="0"/>
              <a:t>Web developers rarely use inline CSS. Since they prefer to not mix content with presentation. </a:t>
            </a:r>
          </a:p>
          <a:p>
            <a:pPr lvl="1">
              <a:lnSpc>
                <a:spcPct val="80000"/>
              </a:lnSpc>
              <a:defRPr/>
            </a:pPr>
            <a:r>
              <a:rPr lang="en-US" sz="2120" dirty="0"/>
              <a:t>It is not efficient since you have to declare the style individually for every component.</a:t>
            </a:r>
            <a:br>
              <a:rPr lang="en-US" sz="2120" dirty="0"/>
            </a:br>
            <a:br>
              <a:rPr lang="en-US" sz="2520" dirty="0"/>
            </a:br>
            <a:endParaRPr lang="en-US" sz="2520" dirty="0"/>
          </a:p>
        </p:txBody>
      </p:sp>
      <p:sp>
        <p:nvSpPr>
          <p:cNvPr id="87043" name="Rectangle 3"/>
          <p:cNvSpPr>
            <a:spLocks noGrp="1" noRot="1" noChangeArrowheads="1"/>
          </p:cNvSpPr>
          <p:nvPr>
            <p:ph type="title"/>
          </p:nvPr>
        </p:nvSpPr>
        <p:spPr>
          <a:xfrm>
            <a:off x="746760" y="109488"/>
            <a:ext cx="9806940" cy="843414"/>
          </a:xfrm>
        </p:spPr>
        <p:txBody>
          <a:bodyPr>
            <a:normAutofit/>
          </a:bodyPr>
          <a:lstStyle/>
          <a:p>
            <a:pPr eaLnBrk="1" hangingPunct="1">
              <a:defRPr/>
            </a:pPr>
            <a:r>
              <a:rPr lang="en-US" dirty="0"/>
              <a:t>	How CSS is Applied to A Web Page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rrowheads="1"/>
          </p:cNvSpPr>
          <p:nvPr>
            <p:ph type="body" idx="1"/>
          </p:nvPr>
        </p:nvSpPr>
        <p:spPr>
          <a:xfrm>
            <a:off x="510139" y="1252487"/>
            <a:ext cx="4759091" cy="5342623"/>
          </a:xfrm>
        </p:spPr>
        <p:txBody>
          <a:bodyPr/>
          <a:lstStyle/>
          <a:p>
            <a:pPr marL="0" indent="0" eaLnBrk="1" hangingPunct="1">
              <a:buNone/>
              <a:defRPr/>
            </a:pPr>
            <a:r>
              <a:rPr lang="en-US" b="1" dirty="0"/>
              <a:t>CSS Colors</a:t>
            </a:r>
          </a:p>
          <a:p>
            <a:pPr lvl="1">
              <a:defRPr/>
            </a:pPr>
            <a:r>
              <a:rPr lang="en-US" dirty="0"/>
              <a:t>There are a few ways that you can set colors in CSS: Keywords, Hex values, RGB</a:t>
            </a:r>
          </a:p>
          <a:p>
            <a:pPr lvl="1">
              <a:defRPr/>
            </a:pPr>
            <a:endParaRPr lang="en-US" dirty="0"/>
          </a:p>
          <a:p>
            <a:pPr marL="0" indent="0" eaLnBrk="1" hangingPunct="1">
              <a:buNone/>
              <a:defRPr/>
            </a:pPr>
            <a:r>
              <a:rPr lang="en-US" sz="2400" b="1" dirty="0"/>
              <a:t>CSS Colors: Keywords</a:t>
            </a:r>
          </a:p>
          <a:p>
            <a:pPr lvl="1">
              <a:defRPr/>
            </a:pPr>
            <a:r>
              <a:rPr lang="en-US" dirty="0"/>
              <a:t>Using the keywords like: red, fuchsia, yellow, blue, green you can specify what color you would like the CSS rule to display.</a:t>
            </a:r>
          </a:p>
          <a:p>
            <a:pPr lvl="1">
              <a:defRPr/>
            </a:pPr>
            <a:r>
              <a:rPr lang="en-US" dirty="0"/>
              <a:t>For example: p{</a:t>
            </a:r>
            <a:r>
              <a:rPr lang="en-US" dirty="0" err="1"/>
              <a:t>color:red</a:t>
            </a:r>
            <a:r>
              <a:rPr lang="en-US" dirty="0"/>
              <a:t>} or h2{</a:t>
            </a:r>
            <a:r>
              <a:rPr lang="en-US" dirty="0" err="1"/>
              <a:t>color:yellow</a:t>
            </a:r>
            <a:r>
              <a:rPr lang="en-US" dirty="0"/>
              <a:t>}</a:t>
            </a:r>
          </a:p>
          <a:p>
            <a:pPr lvl="1">
              <a:defRPr/>
            </a:pPr>
            <a:r>
              <a:rPr lang="en-US" dirty="0"/>
              <a:t>There are 17 of these keyword colors you can use in CSS. </a:t>
            </a:r>
          </a:p>
          <a:p>
            <a:pPr eaLnBrk="1" hangingPunct="1">
              <a:defRPr/>
            </a:pPr>
            <a:endParaRPr lang="en-US" dirty="0"/>
          </a:p>
        </p:txBody>
      </p:sp>
      <p:sp>
        <p:nvSpPr>
          <p:cNvPr id="88067" name="Rectangle 3"/>
          <p:cNvSpPr>
            <a:spLocks noGrp="1" noRot="1" noChangeArrowheads="1"/>
          </p:cNvSpPr>
          <p:nvPr>
            <p:ph type="title"/>
          </p:nvPr>
        </p:nvSpPr>
        <p:spPr>
          <a:xfrm>
            <a:off x="746760" y="90237"/>
            <a:ext cx="9806940" cy="785662"/>
          </a:xfrm>
        </p:spPr>
        <p:txBody>
          <a:bodyPr>
            <a:normAutofit/>
          </a:bodyPr>
          <a:lstStyle/>
          <a:p>
            <a:pPr eaLnBrk="1" hangingPunct="1">
              <a:defRPr/>
            </a:pPr>
            <a:r>
              <a:rPr lang="en-US" dirty="0"/>
              <a:t>	Colors and Formatting in CSS</a:t>
            </a:r>
          </a:p>
        </p:txBody>
      </p:sp>
      <p:graphicFrame>
        <p:nvGraphicFramePr>
          <p:cNvPr id="2" name="Group 225">
            <a:extLst>
              <a:ext uri="{FF2B5EF4-FFF2-40B4-BE49-F238E27FC236}">
                <a16:creationId xmlns:a16="http://schemas.microsoft.com/office/drawing/2014/main" id="{EDCC8C66-A084-E88C-3D66-C67C22BD6EB5}"/>
              </a:ext>
            </a:extLst>
          </p:cNvPr>
          <p:cNvGraphicFramePr>
            <a:graphicFrameLocks/>
          </p:cNvGraphicFramePr>
          <p:nvPr>
            <p:extLst>
              <p:ext uri="{D42A27DB-BD31-4B8C-83A1-F6EECF244321}">
                <p14:modId xmlns:p14="http://schemas.microsoft.com/office/powerpoint/2010/main" val="2901914129"/>
              </p:ext>
            </p:extLst>
          </p:nvPr>
        </p:nvGraphicFramePr>
        <p:xfrm>
          <a:off x="5269230" y="1257349"/>
          <a:ext cx="6785610" cy="5436971"/>
        </p:xfrm>
        <a:graphic>
          <a:graphicData uri="http://schemas.openxmlformats.org/drawingml/2006/table">
            <a:tbl>
              <a:tblPr/>
              <a:tblGrid>
                <a:gridCol w="3392805">
                  <a:extLst>
                    <a:ext uri="{9D8B030D-6E8A-4147-A177-3AD203B41FA5}">
                      <a16:colId xmlns:a16="http://schemas.microsoft.com/office/drawing/2014/main" val="20000"/>
                    </a:ext>
                  </a:extLst>
                </a:gridCol>
                <a:gridCol w="3392805">
                  <a:extLst>
                    <a:ext uri="{9D8B030D-6E8A-4147-A177-3AD203B41FA5}">
                      <a16:colId xmlns:a16="http://schemas.microsoft.com/office/drawing/2014/main" val="20001"/>
                    </a:ext>
                  </a:extLst>
                </a:gridCol>
              </a:tblGrid>
              <a:tr h="393605">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800" b="0" i="0" u="none" strike="noStrike" cap="none" normalizeH="0" baseline="0">
                          <a:ln>
                            <a:noFill/>
                          </a:ln>
                          <a:solidFill>
                            <a:schemeClr val="tx1"/>
                          </a:solidFill>
                          <a:effectLst>
                            <a:outerShdw blurRad="38100" dist="38100" dir="2700000" algn="tl">
                              <a:srgbClr val="000000"/>
                            </a:outerShdw>
                          </a:effectLst>
                          <a:latin typeface="Tahoma" pitchFamily="34" charset="0"/>
                        </a:rPr>
                        <a:t>Keyword Color</a:t>
                      </a:r>
                      <a:endParaRPr kumimoji="0" lang="en-US" sz="1800" b="1" i="0" u="none" strike="noStrike" cap="none" normalizeH="0" baseline="0">
                        <a:ln>
                          <a:noFill/>
                        </a:ln>
                        <a:solidFill>
                          <a:schemeClr val="tx1"/>
                        </a:solidFill>
                        <a:effectLst>
                          <a:outerShdw blurRad="38100" dist="38100" dir="2700000" algn="tl">
                            <a:srgbClr val="000000"/>
                          </a:outerShdw>
                        </a:effectLst>
                        <a:latin typeface="Tahoma" pitchFamily="34" charset="0"/>
                      </a:endParaRP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800" b="0" i="0" u="none" strike="noStrike" cap="none" normalizeH="0" baseline="0">
                          <a:ln>
                            <a:noFill/>
                          </a:ln>
                          <a:solidFill>
                            <a:schemeClr val="tx1"/>
                          </a:solidFill>
                          <a:effectLst>
                            <a:outerShdw blurRad="38100" dist="38100" dir="2700000" algn="tl">
                              <a:srgbClr val="000000"/>
                            </a:outerShdw>
                          </a:effectLst>
                          <a:latin typeface="Tahoma" pitchFamily="34" charset="0"/>
                        </a:rPr>
                        <a:t>Hex</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aqua</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#00ffff</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black</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#000000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blue</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#0000ff</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fuchsia</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#ff00ff</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135">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gray</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#808080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green</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#008000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lime</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#00ff00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dirty="0">
                          <a:ln>
                            <a:noFill/>
                          </a:ln>
                          <a:solidFill>
                            <a:schemeClr val="tx1"/>
                          </a:solidFill>
                          <a:effectLst/>
                          <a:latin typeface="Tahoma" pitchFamily="34" charset="0"/>
                        </a:rPr>
                        <a:t>maroon</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#800000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7391">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navy</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#000080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olive</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#808000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orange (added in CSS 2.1)</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#ffa500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purple</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#800080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red</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#ff0000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silver</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#c0c0c0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teal</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#008080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white</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#ffffff</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93816">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a:ln>
                            <a:noFill/>
                          </a:ln>
                          <a:solidFill>
                            <a:schemeClr val="tx1"/>
                          </a:solidFill>
                          <a:effectLst/>
                          <a:latin typeface="Tahoma" pitchFamily="34" charset="0"/>
                        </a:rPr>
                        <a:t>yellow</a:t>
                      </a:r>
                    </a:p>
                  </a:txBody>
                  <a:tcPr marL="82296" marR="82296" marT="41148" marB="411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6000" rtl="0" eaLnBrk="1" fontAlgn="base" latinLnBrk="0" hangingPunct="1">
                        <a:lnSpc>
                          <a:spcPct val="100000"/>
                        </a:lnSpc>
                        <a:spcBef>
                          <a:spcPct val="20000"/>
                        </a:spcBef>
                        <a:spcAft>
                          <a:spcPct val="0"/>
                        </a:spcAft>
                        <a:buClr>
                          <a:schemeClr val="hlink"/>
                        </a:buClr>
                        <a:buSzPct val="80000"/>
                        <a:buFont typeface="Arial" pitchFamily="34" charset="0"/>
                        <a:buNone/>
                        <a:tabLst/>
                      </a:pPr>
                      <a:r>
                        <a:rPr kumimoji="0" lang="en-US" sz="1400" b="0" i="0" u="none" strike="noStrike" cap="none" normalizeH="0" baseline="0" dirty="0">
                          <a:ln>
                            <a:noFill/>
                          </a:ln>
                          <a:solidFill>
                            <a:schemeClr val="tx1"/>
                          </a:solidFill>
                          <a:effectLst/>
                          <a:latin typeface="Tahoma" pitchFamily="34" charset="0"/>
                        </a:rPr>
                        <a:t>#ffff00</a:t>
                      </a:r>
                    </a:p>
                  </a:txBody>
                  <a:tcPr marL="82296" marR="82296" marT="41148" marB="411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rrowheads="1"/>
          </p:cNvSpPr>
          <p:nvPr>
            <p:ph type="body" idx="1"/>
          </p:nvPr>
        </p:nvSpPr>
        <p:spPr>
          <a:xfrm>
            <a:off x="548640" y="971550"/>
            <a:ext cx="11510010" cy="5886450"/>
          </a:xfrm>
        </p:spPr>
        <p:txBody>
          <a:bodyPr>
            <a:normAutofit fontScale="92500"/>
          </a:bodyPr>
          <a:lstStyle/>
          <a:p>
            <a:pPr marL="0" indent="0" eaLnBrk="1" hangingPunct="1">
              <a:lnSpc>
                <a:spcPct val="90000"/>
              </a:lnSpc>
              <a:buNone/>
              <a:defRPr/>
            </a:pPr>
            <a:r>
              <a:rPr lang="en-US" sz="2880" dirty="0"/>
              <a:t>Computers are capable of displaying a lot more than 17 colors.</a:t>
            </a:r>
          </a:p>
          <a:p>
            <a:pPr lvl="1">
              <a:defRPr/>
            </a:pPr>
            <a:r>
              <a:rPr lang="en-US" sz="2480" dirty="0"/>
              <a:t>In fact they can display approximately 16.7 million colors!</a:t>
            </a:r>
          </a:p>
          <a:p>
            <a:pPr>
              <a:defRPr/>
            </a:pPr>
            <a:r>
              <a:rPr lang="en-US" sz="3200" b="1" dirty="0"/>
              <a:t>CSS Colors: Hex Values</a:t>
            </a:r>
          </a:p>
          <a:p>
            <a:pPr lvl="1">
              <a:defRPr/>
            </a:pPr>
            <a:r>
              <a:rPr lang="en-US" sz="2480" dirty="0"/>
              <a:t>Hex Values (hex is short for hexadecimal) are the most common way of specifying colors for web pages. (see hex# in the previous chart)</a:t>
            </a:r>
          </a:p>
          <a:p>
            <a:pPr lvl="2">
              <a:defRPr/>
            </a:pPr>
            <a:r>
              <a:rPr lang="en-US" sz="2280" dirty="0"/>
              <a:t>For example: p{color: #000000;} </a:t>
            </a:r>
            <a:r>
              <a:rPr lang="en-US" sz="2280" dirty="0">
                <a:sym typeface="Wingdings" panose="05000000000000000000" pitchFamily="2" charset="2"/>
              </a:rPr>
              <a:t> </a:t>
            </a:r>
            <a:r>
              <a:rPr lang="en-US" sz="2200" dirty="0"/>
              <a:t>/*This is equivalent to the keyword black*/</a:t>
            </a:r>
          </a:p>
          <a:p>
            <a:pPr lvl="1">
              <a:defRPr/>
            </a:pPr>
            <a:r>
              <a:rPr lang="en-US" sz="2800" dirty="0">
                <a:solidFill>
                  <a:schemeClr val="accent1"/>
                </a:solidFill>
              </a:rPr>
              <a:t>Hex numbers</a:t>
            </a:r>
            <a:r>
              <a:rPr lang="en-US" sz="2800" dirty="0"/>
              <a:t> has 16 possible values: 0 to 9 then A to F (total16 values)</a:t>
            </a:r>
          </a:p>
          <a:p>
            <a:pPr lvl="4">
              <a:defRPr/>
            </a:pPr>
            <a:endParaRPr lang="en-US" sz="1500" dirty="0"/>
          </a:p>
          <a:p>
            <a:pPr eaLnBrk="1" hangingPunct="1">
              <a:defRPr/>
            </a:pPr>
            <a:r>
              <a:rPr lang="en-US" sz="3200" b="1" dirty="0"/>
              <a:t>CSS Colors: RGB </a:t>
            </a:r>
            <a:r>
              <a:rPr lang="en-US" sz="3200" dirty="0"/>
              <a:t>(Red Green Blue) has the possibility of 256 colors for each (16x16)</a:t>
            </a:r>
          </a:p>
          <a:p>
            <a:pPr lvl="1">
              <a:defRPr/>
            </a:pPr>
            <a:r>
              <a:rPr lang="en-US" sz="2800" dirty="0"/>
              <a:t>(R)256 x (G)256 x (B)256 = 16,777,216 or 16.7 million color values</a:t>
            </a:r>
          </a:p>
          <a:p>
            <a:pPr lvl="1">
              <a:defRPr/>
            </a:pPr>
            <a:r>
              <a:rPr lang="en-US" sz="2400" dirty="0"/>
              <a:t>CSS example: h1{color: </a:t>
            </a:r>
            <a:r>
              <a:rPr lang="en-US" sz="2400" dirty="0" err="1"/>
              <a:t>rgb</a:t>
            </a:r>
            <a:r>
              <a:rPr lang="en-US" sz="2400" dirty="0"/>
              <a:t>(0,0,0) } </a:t>
            </a:r>
            <a:r>
              <a:rPr lang="en-US" sz="2400" dirty="0">
                <a:sym typeface="Wingdings" panose="05000000000000000000" pitchFamily="2" charset="2"/>
              </a:rPr>
              <a:t> </a:t>
            </a:r>
            <a:r>
              <a:rPr lang="en-US" sz="2200" dirty="0"/>
              <a:t>/*this color is equivalent to #000000 or black */</a:t>
            </a:r>
          </a:p>
          <a:p>
            <a:pPr lvl="1">
              <a:defRPr/>
            </a:pPr>
            <a:r>
              <a:rPr lang="en-US" sz="2400" dirty="0"/>
              <a:t>You use numbers from 0 to 255 which covers the 256 color range.</a:t>
            </a:r>
          </a:p>
          <a:p>
            <a:pPr lvl="1">
              <a:defRPr/>
            </a:pPr>
            <a:r>
              <a:rPr lang="en-US" sz="2400" dirty="0"/>
              <a:t>More examples can be found at: </a:t>
            </a:r>
            <a:r>
              <a:rPr lang="en-US" sz="2400" dirty="0">
                <a:hlinkClick r:id="rId2"/>
              </a:rPr>
              <a:t>http://www.w3schools.com/css/css_colors.asp</a:t>
            </a:r>
            <a:endParaRPr lang="en-US" sz="2400" dirty="0"/>
          </a:p>
          <a:p>
            <a:pPr lvl="1">
              <a:buNone/>
              <a:defRPr/>
            </a:pPr>
            <a:endParaRPr lang="en-US" sz="2480" dirty="0"/>
          </a:p>
          <a:p>
            <a:pPr eaLnBrk="1" hangingPunct="1">
              <a:lnSpc>
                <a:spcPct val="90000"/>
              </a:lnSpc>
              <a:buFont typeface="Arial" pitchFamily="34" charset="0"/>
              <a:buNone/>
              <a:defRPr/>
            </a:pPr>
            <a:endParaRPr lang="en-US" sz="2880" dirty="0"/>
          </a:p>
          <a:p>
            <a:pPr eaLnBrk="1" hangingPunct="1">
              <a:lnSpc>
                <a:spcPct val="90000"/>
              </a:lnSpc>
              <a:defRPr/>
            </a:pPr>
            <a:endParaRPr lang="en-US" sz="2880" dirty="0"/>
          </a:p>
        </p:txBody>
      </p:sp>
      <p:sp>
        <p:nvSpPr>
          <p:cNvPr id="94211" name="Rectangle 3"/>
          <p:cNvSpPr>
            <a:spLocks noGrp="1" noRot="1" noChangeArrowheads="1"/>
          </p:cNvSpPr>
          <p:nvPr>
            <p:ph type="title"/>
          </p:nvPr>
        </p:nvSpPr>
        <p:spPr>
          <a:xfrm>
            <a:off x="746760" y="0"/>
            <a:ext cx="9806940" cy="891540"/>
          </a:xfrm>
        </p:spPr>
        <p:txBody>
          <a:bodyPr>
            <a:normAutofit/>
          </a:bodyPr>
          <a:lstStyle/>
          <a:p>
            <a:pPr eaLnBrk="1" hangingPunct="1">
              <a:defRPr/>
            </a:pPr>
            <a:r>
              <a:rPr lang="en-US" dirty="0"/>
              <a:t>	Colors and Formatting in CSS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57250"/>
          </a:xfrm>
        </p:spPr>
        <p:txBody>
          <a:bodyPr>
            <a:normAutofit/>
          </a:bodyPr>
          <a:lstStyle/>
          <a:p>
            <a:r>
              <a:rPr lang="en-US" dirty="0">
                <a:latin typeface="+mn-lt"/>
              </a:rPr>
              <a:t> Typical  web   page   (html)</a:t>
            </a:r>
          </a:p>
        </p:txBody>
      </p:sp>
      <p:sp>
        <p:nvSpPr>
          <p:cNvPr id="3" name="Content Placeholder 2"/>
          <p:cNvSpPr>
            <a:spLocks noGrp="1"/>
          </p:cNvSpPr>
          <p:nvPr>
            <p:ph idx="1"/>
          </p:nvPr>
        </p:nvSpPr>
        <p:spPr>
          <a:xfrm>
            <a:off x="502920" y="1154430"/>
            <a:ext cx="11464290" cy="5543550"/>
          </a:xfrm>
        </p:spPr>
        <p:txBody>
          <a:bodyPr>
            <a:noAutofit/>
          </a:bodyPr>
          <a:lstStyle/>
          <a:p>
            <a:r>
              <a:rPr lang="en-US" sz="2400" dirty="0">
                <a:latin typeface="Aptos" panose="020B0004020202020204" pitchFamily="34" charset="0"/>
                <a:cs typeface="Times New Roman" pitchFamily="18" charset="0"/>
              </a:rPr>
              <a:t>Typical HTML Web page is made up of containers(boxes) or DIV’s. Each DIV is assigned an ID or a class.</a:t>
            </a:r>
          </a:p>
          <a:p>
            <a:pPr lvl="2"/>
            <a:r>
              <a:rPr lang="en-US" dirty="0">
                <a:latin typeface="Aptos" panose="020B0004020202020204" pitchFamily="34" charset="0"/>
                <a:cs typeface="Times New Roman" pitchFamily="18" charset="0"/>
              </a:rPr>
              <a:t>&lt;div  id =“ </a:t>
            </a:r>
            <a:r>
              <a:rPr lang="en-US" dirty="0">
                <a:solidFill>
                  <a:srgbClr val="FF0000"/>
                </a:solidFill>
                <a:latin typeface="Aptos" panose="020B0004020202020204" pitchFamily="34" charset="0"/>
                <a:cs typeface="Times New Roman" pitchFamily="18" charset="0"/>
              </a:rPr>
              <a:t>container</a:t>
            </a:r>
            <a:r>
              <a:rPr lang="en-US" dirty="0">
                <a:latin typeface="Aptos" panose="020B0004020202020204" pitchFamily="34" charset="0"/>
                <a:cs typeface="Times New Roman" pitchFamily="18" charset="0"/>
              </a:rPr>
              <a:t>”&gt;</a:t>
            </a:r>
          </a:p>
          <a:p>
            <a:pPr lvl="2"/>
            <a:r>
              <a:rPr lang="en-US" dirty="0">
                <a:latin typeface="Aptos" panose="020B0004020202020204" pitchFamily="34" charset="0"/>
                <a:cs typeface="Times New Roman" pitchFamily="18" charset="0"/>
              </a:rPr>
              <a:t>&lt;div  id=“ </a:t>
            </a:r>
            <a:r>
              <a:rPr lang="en-US" dirty="0">
                <a:solidFill>
                  <a:srgbClr val="FF0000"/>
                </a:solidFill>
                <a:latin typeface="Aptos" panose="020B0004020202020204" pitchFamily="34" charset="0"/>
                <a:cs typeface="Times New Roman" pitchFamily="18" charset="0"/>
              </a:rPr>
              <a:t>header</a:t>
            </a:r>
            <a:r>
              <a:rPr lang="en-US" dirty="0">
                <a:latin typeface="Aptos" panose="020B0004020202020204" pitchFamily="34" charset="0"/>
                <a:cs typeface="Times New Roman" pitchFamily="18" charset="0"/>
              </a:rPr>
              <a:t>”&gt;  Insert Tittle &lt;/div&gt;</a:t>
            </a:r>
          </a:p>
          <a:p>
            <a:pPr lvl="2"/>
            <a:r>
              <a:rPr lang="en-US" dirty="0">
                <a:latin typeface="Aptos" panose="020B0004020202020204" pitchFamily="34" charset="0"/>
                <a:cs typeface="Times New Roman" pitchFamily="18" charset="0"/>
              </a:rPr>
              <a:t>&lt;div  id=“ </a:t>
            </a:r>
            <a:r>
              <a:rPr lang="en-US" dirty="0">
                <a:solidFill>
                  <a:srgbClr val="FF0000"/>
                </a:solidFill>
                <a:latin typeface="Aptos" panose="020B0004020202020204" pitchFamily="34" charset="0"/>
                <a:cs typeface="Times New Roman" pitchFamily="18" charset="0"/>
              </a:rPr>
              <a:t>main</a:t>
            </a:r>
            <a:r>
              <a:rPr lang="en-US" dirty="0">
                <a:latin typeface="Aptos" panose="020B0004020202020204" pitchFamily="34" charset="0"/>
                <a:cs typeface="Times New Roman" pitchFamily="18" charset="0"/>
              </a:rPr>
              <a:t>”&gt;  content</a:t>
            </a:r>
          </a:p>
          <a:p>
            <a:pPr lvl="2"/>
            <a:r>
              <a:rPr lang="en-US" dirty="0">
                <a:latin typeface="Aptos" panose="020B0004020202020204" pitchFamily="34" charset="0"/>
                <a:cs typeface="Times New Roman" pitchFamily="18" charset="0"/>
              </a:rPr>
              <a:t>&lt;div  id=“ </a:t>
            </a:r>
            <a:r>
              <a:rPr lang="en-US" dirty="0">
                <a:solidFill>
                  <a:srgbClr val="FF0000"/>
                </a:solidFill>
                <a:latin typeface="Aptos" panose="020B0004020202020204" pitchFamily="34" charset="0"/>
                <a:cs typeface="Times New Roman" pitchFamily="18" charset="0"/>
              </a:rPr>
              <a:t>menu</a:t>
            </a:r>
            <a:r>
              <a:rPr lang="en-US" dirty="0">
                <a:latin typeface="Aptos" panose="020B0004020202020204" pitchFamily="34" charset="0"/>
                <a:cs typeface="Times New Roman" pitchFamily="18" charset="0"/>
              </a:rPr>
              <a:t> ”&gt;  content  &lt;/div&gt;</a:t>
            </a:r>
          </a:p>
          <a:p>
            <a:pPr lvl="2"/>
            <a:r>
              <a:rPr lang="en-US" dirty="0">
                <a:latin typeface="Aptos" panose="020B0004020202020204" pitchFamily="34" charset="0"/>
                <a:cs typeface="Times New Roman" pitchFamily="18" charset="0"/>
              </a:rPr>
              <a:t>&lt;/div&gt;</a:t>
            </a:r>
          </a:p>
          <a:p>
            <a:pPr lvl="2"/>
            <a:r>
              <a:rPr lang="en-US" dirty="0">
                <a:latin typeface="Aptos" panose="020B0004020202020204" pitchFamily="34" charset="0"/>
                <a:cs typeface="Times New Roman" pitchFamily="18" charset="0"/>
              </a:rPr>
              <a:t>&lt;div   id=“ </a:t>
            </a:r>
            <a:r>
              <a:rPr lang="en-US" dirty="0">
                <a:solidFill>
                  <a:srgbClr val="FF0000"/>
                </a:solidFill>
                <a:latin typeface="Aptos" panose="020B0004020202020204" pitchFamily="34" charset="0"/>
                <a:cs typeface="Times New Roman" pitchFamily="18" charset="0"/>
              </a:rPr>
              <a:t>footer</a:t>
            </a:r>
            <a:r>
              <a:rPr lang="en-US" dirty="0">
                <a:latin typeface="Aptos" panose="020B0004020202020204" pitchFamily="34" charset="0"/>
                <a:cs typeface="Times New Roman" pitchFamily="18" charset="0"/>
              </a:rPr>
              <a:t> ”&gt;  content  &lt;/div&gt;</a:t>
            </a:r>
          </a:p>
          <a:p>
            <a:pPr lvl="2"/>
            <a:r>
              <a:rPr lang="en-US" dirty="0">
                <a:latin typeface="Aptos" panose="020B0004020202020204" pitchFamily="34" charset="0"/>
                <a:cs typeface="Times New Roman" pitchFamily="18" charset="0"/>
              </a:rPr>
              <a:t>&lt;/div&gt;</a:t>
            </a:r>
          </a:p>
          <a:p>
            <a:r>
              <a:rPr lang="en-US" sz="2000" dirty="0">
                <a:latin typeface="Aptos" panose="020B0004020202020204" pitchFamily="34" charset="0"/>
                <a:cs typeface="Times New Roman" pitchFamily="18" charset="0"/>
              </a:rPr>
              <a:t>CSS  works  on the  box model. A typical Web page consists of many boxes joined together from  top to bottom . These boxes can be  stacked nested, and float.</a:t>
            </a:r>
          </a:p>
          <a:p>
            <a:r>
              <a:rPr lang="en-US" sz="2000" dirty="0">
                <a:latin typeface="Aptos" panose="020B0004020202020204" pitchFamily="34" charset="0"/>
                <a:cs typeface="Times New Roman" pitchFamily="18" charset="0"/>
              </a:rPr>
              <a:t>The  CSS  file  uses the  same  DIV / I D / CLASS  names  as  the HTML  and  uses them  to  style  the  elements.</a:t>
            </a:r>
          </a:p>
          <a:p>
            <a:pPr lvl="1"/>
            <a:r>
              <a:rPr lang="en-US" sz="1600" i="1" dirty="0">
                <a:latin typeface="Aptos" panose="020B0004020202020204" pitchFamily="34" charset="0"/>
                <a:cs typeface="Times New Roman" pitchFamily="18" charset="0"/>
              </a:rPr>
              <a:t># </a:t>
            </a:r>
            <a:r>
              <a:rPr lang="en-US" sz="1600" i="1" dirty="0">
                <a:solidFill>
                  <a:srgbClr val="FF0000"/>
                </a:solidFill>
                <a:latin typeface="Aptos" panose="020B0004020202020204" pitchFamily="34" charset="0"/>
                <a:cs typeface="Times New Roman" pitchFamily="18" charset="0"/>
              </a:rPr>
              <a:t>container </a:t>
            </a:r>
            <a:r>
              <a:rPr lang="en-US" sz="1600" i="1" dirty="0">
                <a:latin typeface="Aptos" panose="020B0004020202020204" pitchFamily="34" charset="0"/>
                <a:cs typeface="Times New Roman" pitchFamily="18" charset="0"/>
              </a:rPr>
              <a:t> {  property  : value ;  }</a:t>
            </a:r>
          </a:p>
          <a:p>
            <a:pPr lvl="1"/>
            <a:r>
              <a:rPr lang="en-US" sz="1600" i="1" dirty="0">
                <a:latin typeface="Aptos" panose="020B0004020202020204" pitchFamily="34" charset="0"/>
                <a:cs typeface="Times New Roman" pitchFamily="18" charset="0"/>
              </a:rPr>
              <a:t># </a:t>
            </a:r>
            <a:r>
              <a:rPr lang="en-US" sz="1600" i="1" dirty="0">
                <a:solidFill>
                  <a:srgbClr val="FF0000"/>
                </a:solidFill>
                <a:latin typeface="Aptos" panose="020B0004020202020204" pitchFamily="34" charset="0"/>
                <a:cs typeface="Times New Roman" pitchFamily="18" charset="0"/>
              </a:rPr>
              <a:t>menu</a:t>
            </a:r>
            <a:r>
              <a:rPr lang="en-US" sz="1600" i="1" dirty="0">
                <a:latin typeface="Aptos" panose="020B0004020202020204" pitchFamily="34" charset="0"/>
                <a:cs typeface="Times New Roman" pitchFamily="18" charset="0"/>
              </a:rPr>
              <a:t>   {  property  : value ;  }</a:t>
            </a:r>
          </a:p>
          <a:p>
            <a:pPr lvl="1"/>
            <a:r>
              <a:rPr lang="en-US" sz="1600" i="1" dirty="0">
                <a:latin typeface="Aptos" panose="020B0004020202020204" pitchFamily="34" charset="0"/>
                <a:cs typeface="Times New Roman" pitchFamily="18" charset="0"/>
              </a:rPr>
              <a:t># </a:t>
            </a:r>
            <a:r>
              <a:rPr lang="en-US" sz="1600" i="1" dirty="0">
                <a:solidFill>
                  <a:srgbClr val="FF0000"/>
                </a:solidFill>
                <a:latin typeface="Aptos" panose="020B0004020202020204" pitchFamily="34" charset="0"/>
                <a:cs typeface="Times New Roman" pitchFamily="18" charset="0"/>
              </a:rPr>
              <a:t>main </a:t>
            </a:r>
            <a:r>
              <a:rPr lang="en-US" sz="1600" i="1" dirty="0">
                <a:latin typeface="Aptos" panose="020B0004020202020204" pitchFamily="34" charset="0"/>
                <a:cs typeface="Times New Roman" pitchFamily="18" charset="0"/>
              </a:rPr>
              <a:t> {  property  : value ;  }</a:t>
            </a:r>
          </a:p>
          <a:p>
            <a:pPr lvl="1"/>
            <a:r>
              <a:rPr lang="en-US" sz="1600" i="1" dirty="0">
                <a:latin typeface="Aptos" panose="020B0004020202020204" pitchFamily="34" charset="0"/>
                <a:cs typeface="Times New Roman" pitchFamily="18" charset="0"/>
              </a:rPr>
              <a:t># </a:t>
            </a:r>
            <a:r>
              <a:rPr lang="en-US" sz="1600" i="1" dirty="0">
                <a:solidFill>
                  <a:srgbClr val="FF0000"/>
                </a:solidFill>
                <a:latin typeface="Aptos" panose="020B0004020202020204" pitchFamily="34" charset="0"/>
                <a:cs typeface="Times New Roman" pitchFamily="18" charset="0"/>
              </a:rPr>
              <a:t>footer  </a:t>
            </a:r>
            <a:r>
              <a:rPr lang="en-US" sz="1600" i="1" dirty="0">
                <a:latin typeface="Aptos" panose="020B0004020202020204" pitchFamily="34" charset="0"/>
                <a:cs typeface="Times New Roman" pitchFamily="18" charset="0"/>
              </a:rPr>
              <a:t>{  property  : value ;  }</a:t>
            </a:r>
          </a:p>
          <a:p>
            <a:endParaRPr lang="en-US" sz="2000" dirty="0">
              <a:latin typeface="Arial" pitchFamily="34" charset="0"/>
              <a:cs typeface="Arial" pitchFamily="34" charset="0"/>
            </a:endParaRPr>
          </a:p>
        </p:txBody>
      </p:sp>
    </p:spTree>
    <p:extLst>
      <p:ext uri="{BB962C8B-B14F-4D97-AF65-F5344CB8AC3E}">
        <p14:creationId xmlns:p14="http://schemas.microsoft.com/office/powerpoint/2010/main" val="2024233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55230"/>
          </a:xfrm>
        </p:spPr>
        <p:txBody>
          <a:bodyPr>
            <a:noAutofit/>
          </a:bodyPr>
          <a:lstStyle/>
          <a:p>
            <a:br>
              <a:rPr lang="en-US" dirty="0"/>
            </a:br>
            <a:r>
              <a:rPr lang="en-US" dirty="0"/>
              <a:t>CSS: Styling Options</a:t>
            </a:r>
            <a:br>
              <a:rPr lang="en-US" i="1" dirty="0"/>
            </a:br>
            <a:endParaRPr lang="en-US" i="1" dirty="0"/>
          </a:p>
        </p:txBody>
      </p:sp>
      <p:sp>
        <p:nvSpPr>
          <p:cNvPr id="3" name="Content Placeholder 2"/>
          <p:cNvSpPr>
            <a:spLocks noGrp="1"/>
          </p:cNvSpPr>
          <p:nvPr>
            <p:ph idx="1"/>
          </p:nvPr>
        </p:nvSpPr>
        <p:spPr>
          <a:xfrm>
            <a:off x="297180" y="955230"/>
            <a:ext cx="11647170" cy="5754180"/>
          </a:xfrm>
        </p:spPr>
        <p:txBody>
          <a:bodyPr>
            <a:normAutofit/>
          </a:bodyPr>
          <a:lstStyle/>
          <a:p>
            <a:r>
              <a:rPr lang="en-US" i="1" dirty="0">
                <a:latin typeface="Aptos" panose="020B0004020202020204" pitchFamily="34" charset="0"/>
                <a:cs typeface="Times New Roman" pitchFamily="18" charset="0"/>
              </a:rPr>
              <a:t>The  </a:t>
            </a:r>
            <a:r>
              <a:rPr lang="en-US" dirty="0">
                <a:solidFill>
                  <a:schemeClr val="tx2">
                    <a:lumMod val="50000"/>
                    <a:lumOff val="50000"/>
                  </a:schemeClr>
                </a:solidFill>
                <a:latin typeface="Aptos" panose="020B0004020202020204" pitchFamily="34" charset="0"/>
                <a:cs typeface="Times New Roman" pitchFamily="18" charset="0"/>
              </a:rPr>
              <a:t>background-color</a:t>
            </a:r>
            <a:r>
              <a:rPr lang="en-US" i="1" dirty="0">
                <a:latin typeface="Aptos" panose="020B0004020202020204" pitchFamily="34" charset="0"/>
                <a:cs typeface="Times New Roman" pitchFamily="18" charset="0"/>
              </a:rPr>
              <a:t>  property  specifies  the  background  color  of an  element.</a:t>
            </a:r>
          </a:p>
          <a:p>
            <a:pPr marL="914400" lvl="2" indent="0">
              <a:buNone/>
            </a:pPr>
            <a:r>
              <a:rPr lang="en-US" i="1" dirty="0">
                <a:latin typeface="Aptos" panose="020B0004020202020204" pitchFamily="34" charset="0"/>
                <a:cs typeface="Times New Roman" pitchFamily="18" charset="0"/>
              </a:rPr>
              <a:t>body {</a:t>
            </a:r>
            <a:br>
              <a:rPr lang="en-US" i="1" dirty="0">
                <a:latin typeface="Aptos" panose="020B0004020202020204" pitchFamily="34" charset="0"/>
                <a:cs typeface="Times New Roman" pitchFamily="18" charset="0"/>
              </a:rPr>
            </a:br>
            <a:r>
              <a:rPr lang="en-US" i="1" dirty="0">
                <a:latin typeface="Aptos" panose="020B0004020202020204" pitchFamily="34" charset="0"/>
                <a:cs typeface="Times New Roman" pitchFamily="18" charset="0"/>
              </a:rPr>
              <a:t>    background-color: light blue;</a:t>
            </a:r>
            <a:br>
              <a:rPr lang="en-US" i="1" dirty="0">
                <a:latin typeface="Aptos" panose="020B0004020202020204" pitchFamily="34" charset="0"/>
                <a:cs typeface="Times New Roman" pitchFamily="18" charset="0"/>
              </a:rPr>
            </a:br>
            <a:r>
              <a:rPr lang="en-US" i="1" dirty="0">
                <a:latin typeface="Aptos" panose="020B0004020202020204" pitchFamily="34" charset="0"/>
                <a:cs typeface="Times New Roman" pitchFamily="18" charset="0"/>
              </a:rPr>
              <a:t>}</a:t>
            </a:r>
          </a:p>
          <a:p>
            <a:r>
              <a:rPr lang="en-US" sz="2400" dirty="0">
                <a:latin typeface="Aptos" panose="020B0004020202020204" pitchFamily="34" charset="0"/>
                <a:cs typeface="Arial" pitchFamily="34" charset="0"/>
              </a:rPr>
              <a:t>The </a:t>
            </a:r>
            <a:r>
              <a:rPr lang="en-US" sz="2400" dirty="0">
                <a:solidFill>
                  <a:schemeClr val="tx2">
                    <a:lumMod val="50000"/>
                    <a:lumOff val="50000"/>
                  </a:schemeClr>
                </a:solidFill>
                <a:latin typeface="Aptos" panose="020B0004020202020204" pitchFamily="34" charset="0"/>
                <a:cs typeface="Arial" pitchFamily="34" charset="0"/>
              </a:rPr>
              <a:t>background-image</a:t>
            </a:r>
            <a:r>
              <a:rPr lang="en-US" sz="2400" dirty="0">
                <a:latin typeface="Aptos" panose="020B0004020202020204" pitchFamily="34" charset="0"/>
                <a:cs typeface="Arial" pitchFamily="34" charset="0"/>
              </a:rPr>
              <a:t> property specifies an image to use as the background of an element. By default, the image is repeated so it covers the entire element</a:t>
            </a:r>
            <a:r>
              <a:rPr lang="en-US" sz="2400" dirty="0">
                <a:latin typeface="Arial" pitchFamily="34" charset="0"/>
                <a:cs typeface="Arial" pitchFamily="34" charset="0"/>
              </a:rPr>
              <a:t>.</a:t>
            </a:r>
          </a:p>
          <a:p>
            <a:pPr marL="914400" lvl="2" indent="0">
              <a:buNone/>
            </a:pPr>
            <a:r>
              <a:rPr lang="en-US" dirty="0">
                <a:latin typeface="Arial" pitchFamily="34" charset="0"/>
                <a:cs typeface="Arial" pitchFamily="34" charset="0"/>
              </a:rPr>
              <a:t>body {</a:t>
            </a:r>
            <a:br>
              <a:rPr lang="en-US" dirty="0">
                <a:latin typeface="Arial" pitchFamily="34" charset="0"/>
                <a:cs typeface="Arial" pitchFamily="34" charset="0"/>
              </a:rPr>
            </a:br>
            <a:r>
              <a:rPr lang="en-US" dirty="0">
                <a:latin typeface="Arial" pitchFamily="34" charset="0"/>
                <a:cs typeface="Arial" pitchFamily="34" charset="0"/>
              </a:rPr>
              <a:t>    background-image: </a:t>
            </a:r>
            <a:r>
              <a:rPr lang="en-US" dirty="0" err="1">
                <a:latin typeface="Arial" pitchFamily="34" charset="0"/>
                <a:cs typeface="Arial" pitchFamily="34" charset="0"/>
              </a:rPr>
              <a:t>url</a:t>
            </a:r>
            <a:r>
              <a:rPr lang="en-US" dirty="0">
                <a:latin typeface="Arial" pitchFamily="34" charset="0"/>
                <a:cs typeface="Arial" pitchFamily="34" charset="0"/>
              </a:rPr>
              <a:t>("paper.gif");</a:t>
            </a:r>
            <a:br>
              <a:rPr lang="en-US" dirty="0">
                <a:latin typeface="Arial" pitchFamily="34" charset="0"/>
                <a:cs typeface="Arial" pitchFamily="34" charset="0"/>
              </a:rPr>
            </a:br>
            <a:r>
              <a:rPr lang="en-US" dirty="0">
                <a:latin typeface="Arial" pitchFamily="34" charset="0"/>
                <a:cs typeface="Arial" pitchFamily="34" charset="0"/>
              </a:rPr>
              <a:t>}</a:t>
            </a:r>
          </a:p>
          <a:p>
            <a:r>
              <a:rPr lang="en-US" dirty="0">
                <a:latin typeface="Aptos" panose="020B0004020202020204" pitchFamily="34" charset="0"/>
                <a:cs typeface="Times New Roman" pitchFamily="18" charset="0"/>
              </a:rPr>
              <a:t>The </a:t>
            </a:r>
            <a:r>
              <a:rPr lang="en-US" dirty="0">
                <a:solidFill>
                  <a:schemeClr val="tx2">
                    <a:lumMod val="50000"/>
                    <a:lumOff val="50000"/>
                  </a:schemeClr>
                </a:solidFill>
                <a:latin typeface="Aptos" panose="020B0004020202020204" pitchFamily="34" charset="0"/>
                <a:cs typeface="Times New Roman" pitchFamily="18" charset="0"/>
              </a:rPr>
              <a:t>height and width </a:t>
            </a:r>
            <a:r>
              <a:rPr lang="en-US" dirty="0">
                <a:latin typeface="Aptos" panose="020B0004020202020204" pitchFamily="34" charset="0"/>
                <a:cs typeface="Times New Roman" pitchFamily="18" charset="0"/>
              </a:rPr>
              <a:t>properties are used to set the height and width of an element.</a:t>
            </a:r>
          </a:p>
          <a:p>
            <a:pPr lvl="1"/>
            <a:r>
              <a:rPr lang="en-US" dirty="0">
                <a:latin typeface="Aptos" panose="020B0004020202020204" pitchFamily="34" charset="0"/>
                <a:cs typeface="Times New Roman" pitchFamily="18" charset="0"/>
              </a:rPr>
              <a:t>The height and width can be set to auto (this is default. Means that the browser calculates the height and width), or be specified in length values, like </a:t>
            </a:r>
            <a:r>
              <a:rPr lang="en-US" dirty="0" err="1">
                <a:latin typeface="Aptos" panose="020B0004020202020204" pitchFamily="34" charset="0"/>
                <a:cs typeface="Times New Roman" pitchFamily="18" charset="0"/>
              </a:rPr>
              <a:t>px</a:t>
            </a:r>
            <a:r>
              <a:rPr lang="en-US" dirty="0">
                <a:latin typeface="Aptos" panose="020B0004020202020204" pitchFamily="34" charset="0"/>
                <a:cs typeface="Times New Roman" pitchFamily="18" charset="0"/>
              </a:rPr>
              <a:t>, cm, etc., or in percent (%) of the containing block.</a:t>
            </a:r>
          </a:p>
          <a:p>
            <a:pPr marL="914400" lvl="2" indent="0">
              <a:buNone/>
            </a:pPr>
            <a:r>
              <a:rPr lang="en-US" dirty="0">
                <a:latin typeface="Aptos" panose="020B0004020202020204" pitchFamily="34" charset="0"/>
                <a:cs typeface="Times New Roman" pitchFamily="18" charset="0"/>
              </a:rPr>
              <a:t>div {</a:t>
            </a:r>
            <a:br>
              <a:rPr lang="en-US" dirty="0">
                <a:latin typeface="Aptos" panose="020B0004020202020204" pitchFamily="34" charset="0"/>
                <a:cs typeface="Times New Roman" pitchFamily="18" charset="0"/>
              </a:rPr>
            </a:br>
            <a:r>
              <a:rPr lang="en-US" dirty="0">
                <a:latin typeface="Aptos" panose="020B0004020202020204" pitchFamily="34" charset="0"/>
                <a:cs typeface="Times New Roman" pitchFamily="18" charset="0"/>
              </a:rPr>
              <a:t>    width: 500px;</a:t>
            </a:r>
            <a:br>
              <a:rPr lang="en-US" dirty="0">
                <a:latin typeface="Aptos" panose="020B0004020202020204" pitchFamily="34" charset="0"/>
                <a:cs typeface="Times New Roman" pitchFamily="18" charset="0"/>
              </a:rPr>
            </a:br>
            <a:r>
              <a:rPr lang="en-US" dirty="0">
                <a:latin typeface="Aptos" panose="020B0004020202020204" pitchFamily="34" charset="0"/>
                <a:cs typeface="Times New Roman" pitchFamily="18" charset="0"/>
              </a:rPr>
              <a:t>    height: 100px;</a:t>
            </a:r>
            <a:br>
              <a:rPr lang="en-US" dirty="0">
                <a:latin typeface="Aptos" panose="020B0004020202020204" pitchFamily="34" charset="0"/>
                <a:cs typeface="Times New Roman" pitchFamily="18" charset="0"/>
              </a:rPr>
            </a:br>
            <a:r>
              <a:rPr lang="en-US" dirty="0">
                <a:latin typeface="Aptos" panose="020B0004020202020204" pitchFamily="34" charset="0"/>
                <a:cs typeface="Times New Roman" pitchFamily="18" charset="0"/>
              </a:rPr>
              <a:t>    border: 3px solid #73AD21;</a:t>
            </a:r>
            <a:br>
              <a:rPr lang="en-US" dirty="0">
                <a:latin typeface="Aptos" panose="020B0004020202020204" pitchFamily="34" charset="0"/>
                <a:cs typeface="Times New Roman" pitchFamily="18" charset="0"/>
              </a:rPr>
            </a:br>
            <a:r>
              <a:rPr lang="en-US" dirty="0">
                <a:latin typeface="Aptos" panose="020B0004020202020204" pitchFamily="34" charset="0"/>
                <a:cs typeface="Times New Roman" pitchFamily="18" charset="0"/>
              </a:rPr>
              <a:t>}</a:t>
            </a:r>
          </a:p>
          <a:p>
            <a:endParaRPr lang="en-US" sz="2400" i="1" dirty="0">
              <a:latin typeface="Arial" pitchFamily="34" charset="0"/>
              <a:cs typeface="Arial" pitchFamily="34" charset="0"/>
            </a:endParaRPr>
          </a:p>
        </p:txBody>
      </p:sp>
    </p:spTree>
    <p:extLst>
      <p:ext uri="{BB962C8B-B14F-4D97-AF65-F5344CB8AC3E}">
        <p14:creationId xmlns:p14="http://schemas.microsoft.com/office/powerpoint/2010/main" val="3442819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281D7-9FCC-2DEB-EF5D-CA652C0F7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2BFE7-2881-8CFC-BF99-A3E12491B776}"/>
              </a:ext>
            </a:extLst>
          </p:cNvPr>
          <p:cNvSpPr>
            <a:spLocks noGrp="1"/>
          </p:cNvSpPr>
          <p:nvPr>
            <p:ph type="title"/>
          </p:nvPr>
        </p:nvSpPr>
        <p:spPr>
          <a:xfrm>
            <a:off x="838200" y="0"/>
            <a:ext cx="10515600" cy="955230"/>
          </a:xfrm>
        </p:spPr>
        <p:txBody>
          <a:bodyPr>
            <a:noAutofit/>
          </a:bodyPr>
          <a:lstStyle/>
          <a:p>
            <a:br>
              <a:rPr lang="en-US" dirty="0"/>
            </a:br>
            <a:r>
              <a:rPr lang="en-US" dirty="0"/>
              <a:t>CSS: Font Styling Options</a:t>
            </a:r>
            <a:br>
              <a:rPr lang="en-US" i="1" dirty="0"/>
            </a:br>
            <a:endParaRPr lang="en-US" i="1" dirty="0"/>
          </a:p>
        </p:txBody>
      </p:sp>
      <p:sp>
        <p:nvSpPr>
          <p:cNvPr id="3" name="Content Placeholder 2">
            <a:extLst>
              <a:ext uri="{FF2B5EF4-FFF2-40B4-BE49-F238E27FC236}">
                <a16:creationId xmlns:a16="http://schemas.microsoft.com/office/drawing/2014/main" id="{758348B9-2F18-9616-13B4-32172984307B}"/>
              </a:ext>
            </a:extLst>
          </p:cNvPr>
          <p:cNvSpPr>
            <a:spLocks noGrp="1"/>
          </p:cNvSpPr>
          <p:nvPr>
            <p:ph idx="1"/>
          </p:nvPr>
        </p:nvSpPr>
        <p:spPr>
          <a:xfrm>
            <a:off x="297180" y="955230"/>
            <a:ext cx="11647170" cy="5754180"/>
          </a:xfrm>
        </p:spPr>
        <p:txBody>
          <a:bodyPr>
            <a:normAutofit/>
          </a:bodyPr>
          <a:lstStyle/>
          <a:p>
            <a:r>
              <a:rPr lang="en-US" dirty="0">
                <a:latin typeface="Aptos" panose="020B0004020202020204" pitchFamily="34" charset="0"/>
                <a:cs typeface="Times New Roman" pitchFamily="18" charset="0"/>
              </a:rPr>
              <a:t>The CSS </a:t>
            </a:r>
            <a:r>
              <a:rPr lang="en-US" dirty="0">
                <a:solidFill>
                  <a:schemeClr val="tx2">
                    <a:lumMod val="50000"/>
                    <a:lumOff val="50000"/>
                  </a:schemeClr>
                </a:solidFill>
                <a:latin typeface="Aptos" panose="020B0004020202020204" pitchFamily="34" charset="0"/>
                <a:cs typeface="Times New Roman" pitchFamily="18" charset="0"/>
              </a:rPr>
              <a:t>font</a:t>
            </a:r>
            <a:r>
              <a:rPr lang="en-US" dirty="0">
                <a:latin typeface="Aptos" panose="020B0004020202020204" pitchFamily="34" charset="0"/>
                <a:cs typeface="Times New Roman" pitchFamily="18" charset="0"/>
              </a:rPr>
              <a:t> properties define the font family, boldness, size, and the style of a text.</a:t>
            </a:r>
          </a:p>
          <a:p>
            <a:r>
              <a:rPr lang="en-US" dirty="0">
                <a:latin typeface="Aptos" panose="020B0004020202020204" pitchFamily="34" charset="0"/>
                <a:cs typeface="Times New Roman" pitchFamily="18" charset="0"/>
              </a:rPr>
              <a:t>In CSS, there are two types of font family names:</a:t>
            </a:r>
          </a:p>
          <a:p>
            <a:pPr lvl="1"/>
            <a:r>
              <a:rPr lang="en-US" dirty="0">
                <a:latin typeface="Aptos" panose="020B0004020202020204" pitchFamily="34" charset="0"/>
                <a:cs typeface="Times New Roman" pitchFamily="18" charset="0"/>
              </a:rPr>
              <a:t>generic family - a group of font families with a similar look (like "Serif" or "Monospace")</a:t>
            </a:r>
          </a:p>
          <a:p>
            <a:pPr lvl="1"/>
            <a:r>
              <a:rPr lang="en-US" dirty="0">
                <a:latin typeface="Aptos" panose="020B0004020202020204" pitchFamily="34" charset="0"/>
                <a:cs typeface="Times New Roman" pitchFamily="18" charset="0"/>
              </a:rPr>
              <a:t>font family - a specific font family (like "Times New Roman" or "Arial")</a:t>
            </a:r>
          </a:p>
          <a:p>
            <a:endParaRPr lang="en-US" i="1" dirty="0">
              <a:latin typeface="Aptos" panose="020B0004020202020204" pitchFamily="34" charset="0"/>
              <a:cs typeface="Times New Roman" pitchFamily="18" charset="0"/>
            </a:endParaRPr>
          </a:p>
          <a:p>
            <a:r>
              <a:rPr lang="en-US" sz="2400" dirty="0">
                <a:cs typeface="Arial" pitchFamily="34" charset="0"/>
              </a:rPr>
              <a:t>Font Family: </a:t>
            </a:r>
            <a:r>
              <a:rPr lang="en-US" sz="2400" i="1" dirty="0">
                <a:cs typeface="Arial" pitchFamily="34" charset="0"/>
              </a:rPr>
              <a:t>The font family of a text is set with the font-family property.</a:t>
            </a:r>
          </a:p>
          <a:p>
            <a:pPr lvl="1"/>
            <a:r>
              <a:rPr lang="en-US" i="1" dirty="0">
                <a:cs typeface="Arial" pitchFamily="34" charset="0"/>
              </a:rPr>
              <a:t>Example</a:t>
            </a:r>
          </a:p>
          <a:p>
            <a:pPr marL="914400" lvl="2" indent="0">
              <a:buNone/>
            </a:pPr>
            <a:r>
              <a:rPr lang="en-US" i="1" dirty="0">
                <a:cs typeface="Arial" pitchFamily="34" charset="0"/>
              </a:rPr>
              <a:t>p {</a:t>
            </a:r>
            <a:br>
              <a:rPr lang="en-US" i="1" dirty="0">
                <a:cs typeface="Arial" pitchFamily="34" charset="0"/>
              </a:rPr>
            </a:br>
            <a:r>
              <a:rPr lang="en-US" i="1" dirty="0">
                <a:cs typeface="Arial" pitchFamily="34" charset="0"/>
              </a:rPr>
              <a:t>    font-family: "Times New Roman", Times, serif;</a:t>
            </a:r>
            <a:br>
              <a:rPr lang="en-US" i="1" dirty="0">
                <a:cs typeface="Arial" pitchFamily="34" charset="0"/>
              </a:rPr>
            </a:br>
            <a:r>
              <a:rPr lang="en-US" i="1" dirty="0">
                <a:cs typeface="Arial" pitchFamily="34" charset="0"/>
              </a:rPr>
              <a:t>}</a:t>
            </a:r>
          </a:p>
          <a:p>
            <a:endParaRPr lang="en-US" sz="2400" i="1" dirty="0">
              <a:latin typeface="Arial" pitchFamily="34" charset="0"/>
              <a:cs typeface="Arial" pitchFamily="34" charset="0"/>
            </a:endParaRPr>
          </a:p>
        </p:txBody>
      </p:sp>
    </p:spTree>
    <p:extLst>
      <p:ext uri="{BB962C8B-B14F-4D97-AF65-F5344CB8AC3E}">
        <p14:creationId xmlns:p14="http://schemas.microsoft.com/office/powerpoint/2010/main" val="4003578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title"/>
          </p:nvPr>
        </p:nvSpPr>
        <p:spPr>
          <a:xfrm>
            <a:off x="333200" y="-16"/>
            <a:ext cx="11360800" cy="763600"/>
          </a:xfrm>
          <a:prstGeom prst="rect">
            <a:avLst/>
          </a:prstGeom>
        </p:spPr>
        <p:txBody>
          <a:bodyPr spcFirstLastPara="1" vert="horz" wrap="square" lIns="121900" tIns="121900" rIns="121900" bIns="121900" rtlCol="0" anchor="t" anchorCtr="0">
            <a:noAutofit/>
          </a:bodyPr>
          <a:lstStyle/>
          <a:p>
            <a:r>
              <a:rPr lang="en-US"/>
              <a:t>CSS fields</a:t>
            </a:r>
            <a:endParaRPr lang="en-US" dirty="0"/>
          </a:p>
        </p:txBody>
      </p:sp>
      <p:sp>
        <p:nvSpPr>
          <p:cNvPr id="266" name="Google Shape;266;p40"/>
          <p:cNvSpPr txBox="1">
            <a:spLocks noGrp="1"/>
          </p:cNvSpPr>
          <p:nvPr>
            <p:ph type="body" idx="1"/>
          </p:nvPr>
        </p:nvSpPr>
        <p:spPr>
          <a:xfrm>
            <a:off x="547520" y="1040500"/>
            <a:ext cx="11360800" cy="4689740"/>
          </a:xfrm>
          <a:prstGeom prst="rect">
            <a:avLst/>
          </a:prstGeom>
        </p:spPr>
        <p:txBody>
          <a:bodyPr spcFirstLastPara="1" vert="horz" wrap="square" lIns="121900" tIns="121900" rIns="121900" bIns="121900" rtlCol="0" anchor="t" anchorCtr="0">
            <a:noAutofit/>
          </a:bodyPr>
          <a:lstStyle/>
          <a:p>
            <a:pPr marL="0" indent="0">
              <a:buNone/>
            </a:pPr>
            <a:r>
              <a:rPr lang="en-US" sz="1867"/>
              <a:t>Here is a list of the most common CSS fields and an example:</a:t>
            </a:r>
          </a:p>
          <a:p>
            <a:pPr indent="-414856">
              <a:buSzPts val="1300"/>
              <a:buFont typeface="Consolas"/>
              <a:buChar char="●"/>
            </a:pPr>
            <a:r>
              <a:rPr lang="en-US" sz="1733">
                <a:latin typeface="Consolas"/>
                <a:ea typeface="Consolas"/>
                <a:cs typeface="Consolas"/>
                <a:sym typeface="Consolas"/>
              </a:rPr>
              <a:t>color: #FF0000;    red;     rgba(255,00,100,1.0); //different ways to specify colors</a:t>
            </a:r>
          </a:p>
          <a:p>
            <a:pPr indent="-414856">
              <a:buSzPts val="1300"/>
              <a:buFont typeface="Consolas"/>
              <a:buChar char="●"/>
            </a:pPr>
            <a:r>
              <a:rPr lang="en-US" sz="1733">
                <a:latin typeface="Consolas"/>
                <a:ea typeface="Consolas"/>
                <a:cs typeface="Consolas"/>
                <a:sym typeface="Consolas"/>
              </a:rPr>
              <a:t>background-color: red;</a:t>
            </a:r>
          </a:p>
          <a:p>
            <a:pPr indent="-414856">
              <a:buSzPts val="1300"/>
              <a:buFont typeface="Consolas"/>
              <a:buChar char="●"/>
            </a:pPr>
            <a:r>
              <a:rPr lang="en-US" sz="1733">
                <a:latin typeface="Consolas"/>
                <a:ea typeface="Consolas"/>
                <a:cs typeface="Consolas"/>
                <a:sym typeface="Consolas"/>
              </a:rPr>
              <a:t>background-image: url('file.png');</a:t>
            </a:r>
          </a:p>
          <a:p>
            <a:pPr indent="-414856">
              <a:buSzPts val="1300"/>
              <a:buFont typeface="Consolas"/>
              <a:buChar char="●"/>
            </a:pPr>
            <a:r>
              <a:rPr lang="en-US" sz="1733">
                <a:latin typeface="Consolas"/>
                <a:ea typeface="Consolas"/>
                <a:cs typeface="Consolas"/>
                <a:sym typeface="Consolas"/>
              </a:rPr>
              <a:t>font: 18px 'Tahoma';</a:t>
            </a:r>
          </a:p>
          <a:p>
            <a:pPr indent="-414856">
              <a:buSzPts val="1300"/>
              <a:buFont typeface="Consolas"/>
              <a:buChar char="●"/>
            </a:pPr>
            <a:r>
              <a:rPr lang="en-US" sz="1733">
                <a:latin typeface="Consolas"/>
                <a:ea typeface="Consolas"/>
                <a:cs typeface="Consolas"/>
                <a:sym typeface="Consolas"/>
              </a:rPr>
              <a:t>border: 2px solid black;</a:t>
            </a:r>
          </a:p>
          <a:p>
            <a:pPr indent="-414856">
              <a:buSzPts val="1300"/>
              <a:buFont typeface="Consolas"/>
              <a:buChar char="●"/>
            </a:pPr>
            <a:r>
              <a:rPr lang="en-US" sz="1733">
                <a:latin typeface="Consolas"/>
                <a:ea typeface="Consolas"/>
                <a:cs typeface="Consolas"/>
                <a:sym typeface="Consolas"/>
              </a:rPr>
              <a:t>border-top: 2px solid red;</a:t>
            </a:r>
          </a:p>
          <a:p>
            <a:pPr indent="-414856">
              <a:buSzPts val="1300"/>
              <a:buFont typeface="Consolas"/>
              <a:buChar char="●"/>
            </a:pPr>
            <a:r>
              <a:rPr lang="en-US" sz="1733">
                <a:latin typeface="Consolas"/>
                <a:ea typeface="Consolas"/>
                <a:cs typeface="Consolas"/>
                <a:sym typeface="Consolas"/>
              </a:rPr>
              <a:t>border-radius: 2px; //to remove corners and make them more round</a:t>
            </a:r>
          </a:p>
          <a:p>
            <a:pPr indent="-414856">
              <a:buSzPts val="1300"/>
              <a:buFont typeface="Consolas"/>
              <a:buChar char="●"/>
            </a:pPr>
            <a:r>
              <a:rPr lang="en-US" sz="1733">
                <a:latin typeface="Consolas"/>
                <a:ea typeface="Consolas"/>
                <a:cs typeface="Consolas"/>
                <a:sym typeface="Consolas"/>
              </a:rPr>
              <a:t>margin: 10px; //distance from the border to the outer elements</a:t>
            </a:r>
          </a:p>
          <a:p>
            <a:pPr indent="-414856">
              <a:buSzPts val="1300"/>
              <a:buFont typeface="Consolas"/>
              <a:buChar char="●"/>
            </a:pPr>
            <a:r>
              <a:rPr lang="en-US" sz="1733">
                <a:latin typeface="Consolas"/>
                <a:ea typeface="Consolas"/>
                <a:cs typeface="Consolas"/>
                <a:sym typeface="Consolas"/>
              </a:rPr>
              <a:t>padding: 2px; //distance from the border to the inner elements</a:t>
            </a:r>
          </a:p>
          <a:p>
            <a:pPr indent="-414856">
              <a:buSzPts val="1300"/>
              <a:buFont typeface="Consolas"/>
              <a:buChar char="●"/>
            </a:pPr>
            <a:r>
              <a:rPr lang="en-US" sz="1733">
                <a:latin typeface="Consolas"/>
                <a:ea typeface="Consolas"/>
                <a:cs typeface="Consolas"/>
                <a:sym typeface="Consolas"/>
              </a:rPr>
              <a:t>width: 100%;    300px;    1.3em;  //many different ways to specify distances</a:t>
            </a:r>
          </a:p>
          <a:p>
            <a:pPr indent="-414856">
              <a:buSzPts val="1300"/>
              <a:buFont typeface="Consolas"/>
              <a:buChar char="●"/>
            </a:pPr>
            <a:r>
              <a:rPr lang="en-US" sz="1733">
                <a:latin typeface="Consolas"/>
                <a:ea typeface="Consolas"/>
                <a:cs typeface="Consolas"/>
                <a:sym typeface="Consolas"/>
              </a:rPr>
              <a:t>height: 200px;</a:t>
            </a:r>
          </a:p>
          <a:p>
            <a:pPr indent="-414856">
              <a:buSzPts val="1300"/>
              <a:buFont typeface="Consolas"/>
              <a:buChar char="●"/>
            </a:pPr>
            <a:r>
              <a:rPr lang="en-US" sz="1733">
                <a:latin typeface="Consolas"/>
                <a:ea typeface="Consolas"/>
                <a:cs typeface="Consolas"/>
                <a:sym typeface="Consolas"/>
              </a:rPr>
              <a:t>text-align: center;</a:t>
            </a:r>
          </a:p>
          <a:p>
            <a:pPr indent="-414856">
              <a:buSzPts val="1300"/>
              <a:buFont typeface="Consolas"/>
              <a:buChar char="●"/>
            </a:pPr>
            <a:r>
              <a:rPr lang="en-US" sz="1733">
                <a:latin typeface="Consolas"/>
                <a:ea typeface="Consolas"/>
                <a:cs typeface="Consolas"/>
                <a:sym typeface="Consolas"/>
              </a:rPr>
              <a:t>box-shadow: 3px 3px 5px black;</a:t>
            </a:r>
          </a:p>
          <a:p>
            <a:pPr indent="-414856">
              <a:buSzPts val="1300"/>
              <a:buFont typeface="Consolas"/>
              <a:buChar char="●"/>
            </a:pPr>
            <a:r>
              <a:rPr lang="en-US" sz="1733">
                <a:latin typeface="Consolas"/>
                <a:ea typeface="Consolas"/>
                <a:cs typeface="Consolas"/>
                <a:sym typeface="Consolas"/>
              </a:rPr>
              <a:t>cursor: pointer;</a:t>
            </a:r>
          </a:p>
          <a:p>
            <a:pPr indent="-414856">
              <a:buSzPts val="1300"/>
              <a:buFont typeface="Consolas"/>
              <a:buChar char="●"/>
            </a:pPr>
            <a:r>
              <a:rPr lang="en-US" sz="1733">
                <a:latin typeface="Consolas"/>
                <a:ea typeface="Consolas"/>
                <a:cs typeface="Consolas"/>
                <a:sym typeface="Consolas"/>
              </a:rPr>
              <a:t>display: inline-block;</a:t>
            </a:r>
          </a:p>
          <a:p>
            <a:pPr indent="-414856">
              <a:buSzPts val="1300"/>
              <a:buFont typeface="Consolas"/>
              <a:buChar char="●"/>
            </a:pPr>
            <a:r>
              <a:rPr lang="en-US" sz="1733">
                <a:latin typeface="Consolas"/>
                <a:ea typeface="Consolas"/>
                <a:cs typeface="Consolas"/>
                <a:sym typeface="Consolas"/>
              </a:rPr>
              <a:t>overflow: hidden;</a:t>
            </a:r>
            <a:endParaRPr lang="en-US" sz="1733" dirty="0">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8"/>
          <p:cNvSpPr txBox="1">
            <a:spLocks noGrp="1"/>
          </p:cNvSpPr>
          <p:nvPr>
            <p:ph type="title"/>
          </p:nvPr>
        </p:nvSpPr>
        <p:spPr>
          <a:xfrm>
            <a:off x="415600" y="122027"/>
            <a:ext cx="11360800" cy="763600"/>
          </a:xfrm>
          <a:prstGeom prst="rect">
            <a:avLst/>
          </a:prstGeom>
        </p:spPr>
        <p:txBody>
          <a:bodyPr spcFirstLastPara="1" vert="horz" wrap="square" lIns="121900" tIns="121900" rIns="121900" bIns="121900" rtlCol="0" anchor="t" anchorCtr="0">
            <a:noAutofit/>
          </a:bodyPr>
          <a:lstStyle/>
          <a:p>
            <a:r>
              <a:rPr lang="en" dirty="0"/>
              <a:t>HTML arrange</a:t>
            </a:r>
            <a:endParaRPr dirty="0"/>
          </a:p>
        </p:txBody>
      </p:sp>
      <p:sp>
        <p:nvSpPr>
          <p:cNvPr id="314" name="Google Shape;314;p48"/>
          <p:cNvSpPr txBox="1">
            <a:spLocks noGrp="1"/>
          </p:cNvSpPr>
          <p:nvPr>
            <p:ph type="body" idx="1"/>
          </p:nvPr>
        </p:nvSpPr>
        <p:spPr>
          <a:xfrm>
            <a:off x="415600" y="1536633"/>
            <a:ext cx="5686000" cy="4893200"/>
          </a:xfrm>
          <a:prstGeom prst="rect">
            <a:avLst/>
          </a:prstGeom>
        </p:spPr>
        <p:txBody>
          <a:bodyPr spcFirstLastPara="1" vert="horz" wrap="square" lIns="121900" tIns="121900" rIns="121900" bIns="121900" rtlCol="0" anchor="t" anchorCtr="0">
            <a:noAutofit/>
          </a:bodyPr>
          <a:lstStyle/>
          <a:p>
            <a:pPr marL="0" indent="0">
              <a:buNone/>
            </a:pPr>
            <a:r>
              <a:rPr lang="en" sz="2133"/>
              <a:t>It is important to understand how the browser arranges the elements on the screen.</a:t>
            </a:r>
            <a:endParaRPr sz="2133"/>
          </a:p>
          <a:p>
            <a:pPr marL="0" indent="0">
              <a:spcBef>
                <a:spcPts val="2133"/>
              </a:spcBef>
              <a:buNone/>
            </a:pPr>
            <a:r>
              <a:rPr lang="en" sz="2133"/>
              <a:t>Check </a:t>
            </a:r>
            <a:r>
              <a:rPr lang="en" sz="2133" u="sng">
                <a:solidFill>
                  <a:schemeClr val="hlink"/>
                </a:solidFill>
                <a:hlinkClick r:id="rId3"/>
              </a:rPr>
              <a:t>this tutorial</a:t>
            </a:r>
            <a:r>
              <a:rPr lang="en" sz="2133"/>
              <a:t> where it explains the different ways an element can be arranged on the screen.</a:t>
            </a:r>
            <a:endParaRPr sz="2133"/>
          </a:p>
          <a:p>
            <a:pPr marL="0" indent="0">
              <a:spcBef>
                <a:spcPts val="2133"/>
              </a:spcBef>
              <a:buNone/>
            </a:pPr>
            <a:r>
              <a:rPr lang="en" sz="2133"/>
              <a:t>You can change the way elements are arranged using the display property:</a:t>
            </a:r>
            <a:endParaRPr sz="2133"/>
          </a:p>
          <a:p>
            <a:pPr marL="0" indent="0">
              <a:spcBef>
                <a:spcPts val="2133"/>
              </a:spcBef>
              <a:buNone/>
            </a:pPr>
            <a:r>
              <a:rPr lang="en" sz="2133">
                <a:latin typeface="Consolas"/>
                <a:ea typeface="Consolas"/>
                <a:cs typeface="Consolas"/>
                <a:sym typeface="Consolas"/>
              </a:rPr>
              <a:t>div { display: inline-block; }</a:t>
            </a:r>
            <a:endParaRPr sz="2133">
              <a:latin typeface="Consolas"/>
              <a:ea typeface="Consolas"/>
              <a:cs typeface="Consolas"/>
              <a:sym typeface="Consolas"/>
            </a:endParaRPr>
          </a:p>
          <a:p>
            <a:pPr marL="0" indent="0">
              <a:spcBef>
                <a:spcPts val="2133"/>
              </a:spcBef>
              <a:spcAft>
                <a:spcPts val="2133"/>
              </a:spcAft>
              <a:buNone/>
            </a:pPr>
            <a:r>
              <a:rPr lang="en" sz="2133"/>
              <a:t>Also check the property </a:t>
            </a:r>
            <a:r>
              <a:rPr lang="en" sz="2133" u="sng">
                <a:solidFill>
                  <a:schemeClr val="hlink"/>
                </a:solidFill>
                <a:hlinkClick r:id="rId4"/>
              </a:rPr>
              <a:t>float</a:t>
            </a:r>
            <a:r>
              <a:rPr lang="en" sz="2133"/>
              <a:t>.</a:t>
            </a:r>
            <a:endParaRPr sz="2133"/>
          </a:p>
        </p:txBody>
      </p:sp>
      <p:pic>
        <p:nvPicPr>
          <p:cNvPr id="315" name="Google Shape;315;p48"/>
          <p:cNvPicPr preferRelativeResize="0"/>
          <p:nvPr/>
        </p:nvPicPr>
        <p:blipFill>
          <a:blip r:embed="rId5">
            <a:alphaModFix/>
          </a:blip>
          <a:stretch>
            <a:fillRect/>
          </a:stretch>
        </p:blipFill>
        <p:spPr>
          <a:xfrm>
            <a:off x="6165467" y="1356968"/>
            <a:ext cx="5684000" cy="45448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9"/>
          <p:cNvSpPr txBox="1">
            <a:spLocks noGrp="1"/>
          </p:cNvSpPr>
          <p:nvPr>
            <p:ph type="title"/>
          </p:nvPr>
        </p:nvSpPr>
        <p:spPr>
          <a:xfrm>
            <a:off x="415600" y="159734"/>
            <a:ext cx="11360800" cy="763600"/>
          </a:xfrm>
          <a:prstGeom prst="rect">
            <a:avLst/>
          </a:prstGeom>
        </p:spPr>
        <p:txBody>
          <a:bodyPr spcFirstLastPara="1" vert="horz" wrap="square" lIns="121900" tIns="121900" rIns="121900" bIns="121900" rtlCol="0" anchor="t" anchorCtr="0">
            <a:noAutofit/>
          </a:bodyPr>
          <a:lstStyle/>
          <a:p>
            <a:r>
              <a:rPr lang="en" dirty="0"/>
              <a:t>Box Model</a:t>
            </a:r>
            <a:endParaRPr dirty="0"/>
          </a:p>
        </p:txBody>
      </p:sp>
      <p:sp>
        <p:nvSpPr>
          <p:cNvPr id="321" name="Google Shape;321;p49"/>
          <p:cNvSpPr txBox="1">
            <a:spLocks noGrp="1"/>
          </p:cNvSpPr>
          <p:nvPr>
            <p:ph type="body" idx="1"/>
          </p:nvPr>
        </p:nvSpPr>
        <p:spPr>
          <a:xfrm>
            <a:off x="415600" y="1536633"/>
            <a:ext cx="5337600" cy="5062400"/>
          </a:xfrm>
          <a:prstGeom prst="rect">
            <a:avLst/>
          </a:prstGeom>
        </p:spPr>
        <p:txBody>
          <a:bodyPr spcFirstLastPara="1" vert="horz" wrap="square" lIns="121900" tIns="121900" rIns="121900" bIns="121900" rtlCol="0" anchor="t" anchorCtr="0">
            <a:noAutofit/>
          </a:bodyPr>
          <a:lstStyle/>
          <a:p>
            <a:pPr marL="0" indent="0">
              <a:buNone/>
            </a:pPr>
            <a:r>
              <a:rPr lang="en" sz="2000" dirty="0"/>
              <a:t>It is important to note that by default any width and height specified to an element will not take into account its margin, so a div with width 100px and margin 10px will measure 120px on the screen, not 100px.</a:t>
            </a:r>
            <a:endParaRPr sz="2000" dirty="0"/>
          </a:p>
          <a:p>
            <a:pPr marL="0" indent="0">
              <a:spcBef>
                <a:spcPts val="2133"/>
              </a:spcBef>
              <a:buNone/>
            </a:pPr>
            <a:r>
              <a:rPr lang="en" sz="2000" dirty="0"/>
              <a:t>This could be a problem breaking your layout.</a:t>
            </a:r>
            <a:endParaRPr sz="2000" dirty="0"/>
          </a:p>
          <a:p>
            <a:pPr marL="0" indent="0">
              <a:spcBef>
                <a:spcPts val="2133"/>
              </a:spcBef>
              <a:buNone/>
            </a:pPr>
            <a:r>
              <a:rPr lang="en" sz="2000" dirty="0"/>
              <a:t>You can change this behaviour changing the box model of the element so the width uses the outmost border:</a:t>
            </a:r>
            <a:endParaRPr sz="2000" dirty="0"/>
          </a:p>
          <a:p>
            <a:pPr marL="0" indent="0">
              <a:spcBef>
                <a:spcPts val="2133"/>
              </a:spcBef>
              <a:buNone/>
            </a:pPr>
            <a:r>
              <a:rPr lang="en" sz="2000" dirty="0">
                <a:latin typeface="Consolas"/>
                <a:ea typeface="Consolas"/>
                <a:cs typeface="Consolas"/>
                <a:sym typeface="Consolas"/>
              </a:rPr>
              <a:t>div { box-sizing: border; }</a:t>
            </a:r>
            <a:endParaRPr sz="2000" dirty="0">
              <a:latin typeface="Consolas"/>
              <a:ea typeface="Consolas"/>
              <a:cs typeface="Consolas"/>
              <a:sym typeface="Consolas"/>
            </a:endParaRPr>
          </a:p>
          <a:p>
            <a:pPr marL="0" indent="0">
              <a:spcBef>
                <a:spcPts val="2133"/>
              </a:spcBef>
              <a:spcAft>
                <a:spcPts val="2133"/>
              </a:spcAft>
              <a:buNone/>
            </a:pPr>
            <a:endParaRPr sz="2000" dirty="0"/>
          </a:p>
        </p:txBody>
      </p:sp>
      <p:pic>
        <p:nvPicPr>
          <p:cNvPr id="322" name="Google Shape;322;p49"/>
          <p:cNvPicPr preferRelativeResize="0"/>
          <p:nvPr/>
        </p:nvPicPr>
        <p:blipFill>
          <a:blip r:embed="rId3">
            <a:alphaModFix/>
          </a:blip>
          <a:stretch>
            <a:fillRect/>
          </a:stretch>
        </p:blipFill>
        <p:spPr>
          <a:xfrm>
            <a:off x="5753201" y="1629867"/>
            <a:ext cx="6190567" cy="417306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0"/>
          <p:cNvSpPr txBox="1">
            <a:spLocks noGrp="1"/>
          </p:cNvSpPr>
          <p:nvPr>
            <p:ph type="title"/>
          </p:nvPr>
        </p:nvSpPr>
        <p:spPr>
          <a:xfrm>
            <a:off x="415600" y="112600"/>
            <a:ext cx="11360800" cy="763600"/>
          </a:xfrm>
          <a:prstGeom prst="rect">
            <a:avLst/>
          </a:prstGeom>
        </p:spPr>
        <p:txBody>
          <a:bodyPr spcFirstLastPara="1" vert="horz" wrap="square" lIns="121900" tIns="121900" rIns="121900" bIns="121900" rtlCol="0" anchor="t" anchorCtr="0">
            <a:noAutofit/>
          </a:bodyPr>
          <a:lstStyle/>
          <a:p>
            <a:r>
              <a:rPr lang="en" dirty="0"/>
              <a:t>Layout</a:t>
            </a:r>
            <a:endParaRPr dirty="0"/>
          </a:p>
        </p:txBody>
      </p:sp>
      <p:sp>
        <p:nvSpPr>
          <p:cNvPr id="328" name="Google Shape;328;p50"/>
          <p:cNvSpPr txBox="1">
            <a:spLocks noGrp="1"/>
          </p:cNvSpPr>
          <p:nvPr>
            <p:ph type="body" idx="1"/>
          </p:nvPr>
        </p:nvSpPr>
        <p:spPr>
          <a:xfrm>
            <a:off x="415600" y="1536633"/>
            <a:ext cx="6309600" cy="4555200"/>
          </a:xfrm>
          <a:prstGeom prst="rect">
            <a:avLst/>
          </a:prstGeom>
        </p:spPr>
        <p:txBody>
          <a:bodyPr spcFirstLastPara="1" vert="horz" wrap="square" lIns="121900" tIns="121900" rIns="121900" bIns="121900" rtlCol="0" anchor="t" anchorCtr="0">
            <a:noAutofit/>
          </a:bodyPr>
          <a:lstStyle/>
          <a:p>
            <a:pPr marL="0" indent="0">
              <a:buNone/>
            </a:pPr>
            <a:r>
              <a:rPr lang="en"/>
              <a:t>One of the hardest parts of CSS is construing the layout of your website (the structure inside the window) .</a:t>
            </a:r>
            <a:endParaRPr/>
          </a:p>
          <a:p>
            <a:pPr marL="0" indent="0">
              <a:spcBef>
                <a:spcPts val="2133"/>
              </a:spcBef>
              <a:buNone/>
            </a:pPr>
            <a:r>
              <a:rPr lang="en"/>
              <a:t>By default HTML tends to put everything in one column, which is not ideal.</a:t>
            </a:r>
            <a:endParaRPr/>
          </a:p>
          <a:p>
            <a:pPr marL="0" indent="0">
              <a:spcBef>
                <a:spcPts val="2133"/>
              </a:spcBef>
              <a:buNone/>
            </a:pPr>
            <a:r>
              <a:rPr lang="en"/>
              <a:t>There has been many proposals in CSS to address this issue (tables, fixed divs, flex, grid, …).</a:t>
            </a:r>
            <a:endParaRPr/>
          </a:p>
          <a:p>
            <a:pPr marL="0" indent="0">
              <a:spcBef>
                <a:spcPts val="2133"/>
              </a:spcBef>
              <a:buNone/>
            </a:pPr>
            <a:endParaRPr/>
          </a:p>
          <a:p>
            <a:pPr marL="0" indent="0">
              <a:spcBef>
                <a:spcPts val="2133"/>
              </a:spcBef>
              <a:spcAft>
                <a:spcPts val="2133"/>
              </a:spcAft>
              <a:buNone/>
            </a:pPr>
            <a:endParaRPr/>
          </a:p>
        </p:txBody>
      </p:sp>
      <p:pic>
        <p:nvPicPr>
          <p:cNvPr id="329" name="Google Shape;329;p50"/>
          <p:cNvPicPr preferRelativeResize="0"/>
          <p:nvPr/>
        </p:nvPicPr>
        <p:blipFill>
          <a:blip r:embed="rId3">
            <a:alphaModFix/>
          </a:blip>
          <a:stretch>
            <a:fillRect/>
          </a:stretch>
        </p:blipFill>
        <p:spPr>
          <a:xfrm>
            <a:off x="6928400" y="1560167"/>
            <a:ext cx="5060400" cy="326652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1"/>
          <p:cNvSpPr txBox="1">
            <a:spLocks noGrp="1"/>
          </p:cNvSpPr>
          <p:nvPr>
            <p:ph type="title"/>
          </p:nvPr>
        </p:nvSpPr>
        <p:spPr>
          <a:xfrm>
            <a:off x="302478" y="106051"/>
            <a:ext cx="6309600" cy="763600"/>
          </a:xfrm>
          <a:prstGeom prst="rect">
            <a:avLst/>
          </a:prstGeom>
        </p:spPr>
        <p:txBody>
          <a:bodyPr spcFirstLastPara="1" vert="horz" wrap="square" lIns="121900" tIns="121900" rIns="121900" bIns="121900" rtlCol="0" anchor="t" anchorCtr="0">
            <a:noAutofit/>
          </a:bodyPr>
          <a:lstStyle/>
          <a:p>
            <a:pPr algn="l"/>
            <a:r>
              <a:rPr lang="en" dirty="0"/>
              <a:t>Flexbox</a:t>
            </a:r>
            <a:endParaRPr dirty="0"/>
          </a:p>
        </p:txBody>
      </p:sp>
      <p:sp>
        <p:nvSpPr>
          <p:cNvPr id="335" name="Google Shape;335;p51"/>
          <p:cNvSpPr txBox="1">
            <a:spLocks noGrp="1"/>
          </p:cNvSpPr>
          <p:nvPr>
            <p:ph type="body" idx="1"/>
          </p:nvPr>
        </p:nvSpPr>
        <p:spPr>
          <a:xfrm>
            <a:off x="415600" y="1112349"/>
            <a:ext cx="6309600" cy="5639600"/>
          </a:xfrm>
          <a:prstGeom prst="rect">
            <a:avLst/>
          </a:prstGeom>
        </p:spPr>
        <p:txBody>
          <a:bodyPr spcFirstLastPara="1" vert="horz" wrap="square" lIns="121900" tIns="121900" rIns="121900" bIns="121900" rtlCol="0" anchor="t" anchorCtr="0">
            <a:noAutofit/>
          </a:bodyPr>
          <a:lstStyle/>
          <a:p>
            <a:pPr marL="0" indent="0">
              <a:buNone/>
            </a:pPr>
            <a:r>
              <a:rPr lang="en" dirty="0"/>
              <a:t>The first big proposal to address the layout was the flexbox model.</a:t>
            </a:r>
            <a:endParaRPr dirty="0"/>
          </a:p>
          <a:p>
            <a:pPr marL="0" indent="0">
              <a:spcBef>
                <a:spcPts val="2133"/>
              </a:spcBef>
              <a:buNone/>
            </a:pPr>
            <a:r>
              <a:rPr lang="en" dirty="0"/>
              <a:t>This model allows to arrange stuff in one direction (vertically or horizontally) very easily.</a:t>
            </a:r>
            <a:endParaRPr dirty="0"/>
          </a:p>
          <a:p>
            <a:pPr marL="0" indent="0">
              <a:spcBef>
                <a:spcPts val="2133"/>
              </a:spcBef>
              <a:buNone/>
            </a:pPr>
            <a:r>
              <a:rPr lang="en" dirty="0"/>
              <a:t>You can even choose to arrange from right to left (reverse).</a:t>
            </a:r>
            <a:endParaRPr dirty="0"/>
          </a:p>
          <a:p>
            <a:pPr marL="0" indent="0">
              <a:spcBef>
                <a:spcPts val="2133"/>
              </a:spcBef>
              <a:buNone/>
            </a:pPr>
            <a:r>
              <a:rPr lang="en" dirty="0"/>
              <a:t>It can also be used to arrange a series of elements in different rows.</a:t>
            </a:r>
            <a:endParaRPr dirty="0"/>
          </a:p>
          <a:p>
            <a:pPr marL="0" indent="0">
              <a:spcBef>
                <a:spcPts val="2133"/>
              </a:spcBef>
              <a:buNone/>
            </a:pPr>
            <a:r>
              <a:rPr lang="en" dirty="0"/>
              <a:t>Check </a:t>
            </a:r>
            <a:r>
              <a:rPr lang="en" u="sng" dirty="0">
                <a:solidFill>
                  <a:schemeClr val="hlink"/>
                </a:solidFill>
                <a:hlinkClick r:id="rId3"/>
              </a:rPr>
              <a:t>the tutorial</a:t>
            </a:r>
            <a:r>
              <a:rPr lang="en" dirty="0"/>
              <a:t> for more info.</a:t>
            </a:r>
            <a:endParaRPr dirty="0"/>
          </a:p>
          <a:p>
            <a:pPr marL="0" indent="0">
              <a:spcBef>
                <a:spcPts val="2133"/>
              </a:spcBef>
              <a:buNone/>
            </a:pPr>
            <a:endParaRPr dirty="0"/>
          </a:p>
          <a:p>
            <a:pPr marL="0" indent="0">
              <a:spcBef>
                <a:spcPts val="2133"/>
              </a:spcBef>
              <a:spcAft>
                <a:spcPts val="2133"/>
              </a:spcAft>
              <a:buNone/>
            </a:pPr>
            <a:endParaRPr dirty="0"/>
          </a:p>
        </p:txBody>
      </p:sp>
      <p:sp>
        <p:nvSpPr>
          <p:cNvPr id="336" name="Google Shape;336;p51"/>
          <p:cNvSpPr txBox="1"/>
          <p:nvPr/>
        </p:nvSpPr>
        <p:spPr>
          <a:xfrm>
            <a:off x="7409468" y="2743200"/>
            <a:ext cx="4570632" cy="3888833"/>
          </a:xfrm>
          <a:prstGeom prst="rect">
            <a:avLst/>
          </a:prstGeom>
          <a:solidFill>
            <a:srgbClr val="000000"/>
          </a:solidFill>
          <a:ln>
            <a:noFill/>
          </a:ln>
        </p:spPr>
        <p:txBody>
          <a:bodyPr spcFirstLastPara="1" wrap="square" lIns="121900" tIns="121900" rIns="121900" bIns="121900" anchor="t" anchorCtr="0">
            <a:noAutofit/>
          </a:bodyPr>
          <a:lstStyle/>
          <a:p>
            <a:r>
              <a:rPr lang="en" sz="1400" dirty="0">
                <a:solidFill>
                  <a:srgbClr val="B6D7A8"/>
                </a:solidFill>
                <a:latin typeface="Consolas"/>
                <a:ea typeface="Consolas"/>
                <a:cs typeface="Consolas"/>
                <a:sym typeface="Consolas"/>
              </a:rPr>
              <a:t>HTML</a:t>
            </a:r>
            <a:endParaRPr sz="1400" dirty="0">
              <a:solidFill>
                <a:srgbClr val="B6D7A8"/>
              </a:solidFill>
              <a:latin typeface="Consolas"/>
              <a:ea typeface="Consolas"/>
              <a:cs typeface="Consolas"/>
              <a:sym typeface="Consolas"/>
            </a:endParaRPr>
          </a:p>
          <a:p>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&lt;div class="box"&gt;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&lt;div&gt;One&lt;/div&gt;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&lt;div&gt;Two&lt;/div&gt;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&lt;div&gt;Three</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&lt;br&gt;first line</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&lt;br&gt;second line</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&lt;/div&gt;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&lt;/div&gt;</a:t>
            </a:r>
            <a:endParaRPr sz="1400" dirty="0">
              <a:solidFill>
                <a:srgbClr val="D9D9D9"/>
              </a:solidFill>
              <a:latin typeface="Consolas"/>
              <a:ea typeface="Consolas"/>
              <a:cs typeface="Consolas"/>
              <a:sym typeface="Consolas"/>
            </a:endParaRPr>
          </a:p>
          <a:p>
            <a:endParaRPr sz="1400" dirty="0">
              <a:solidFill>
                <a:srgbClr val="D9D9D9"/>
              </a:solidFill>
            </a:endParaRPr>
          </a:p>
          <a:p>
            <a:endParaRPr sz="1400" dirty="0">
              <a:solidFill>
                <a:srgbClr val="D9D9D9"/>
              </a:solidFill>
            </a:endParaRPr>
          </a:p>
          <a:p>
            <a:r>
              <a:rPr lang="en" sz="1400" dirty="0">
                <a:solidFill>
                  <a:srgbClr val="9900FF"/>
                </a:solidFill>
              </a:rPr>
              <a:t>CSS</a:t>
            </a:r>
            <a:endParaRPr sz="1400" dirty="0">
              <a:solidFill>
                <a:srgbClr val="9900FF"/>
              </a:solidFill>
            </a:endParaRPr>
          </a:p>
          <a:p>
            <a:endParaRPr sz="1400" dirty="0">
              <a:solidFill>
                <a:srgbClr val="D9D9D9"/>
              </a:solidFill>
            </a:endParaRPr>
          </a:p>
          <a:p>
            <a:r>
              <a:rPr lang="en" sz="1400" dirty="0">
                <a:solidFill>
                  <a:srgbClr val="D9D9D9"/>
                </a:solidFill>
                <a:latin typeface="Consolas"/>
                <a:ea typeface="Consolas"/>
                <a:cs typeface="Consolas"/>
                <a:sym typeface="Consolas"/>
              </a:rPr>
              <a:t>.box {</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display: </a:t>
            </a:r>
            <a:r>
              <a:rPr lang="en" sz="1400" dirty="0">
                <a:solidFill>
                  <a:srgbClr val="FFFF00"/>
                </a:solidFill>
                <a:latin typeface="Consolas"/>
                <a:ea typeface="Consolas"/>
                <a:cs typeface="Consolas"/>
                <a:sym typeface="Consolas"/>
              </a:rPr>
              <a:t>flex</a:t>
            </a:r>
            <a:r>
              <a:rPr lang="en" sz="1400" dirty="0">
                <a:solidFill>
                  <a:srgbClr val="D9D9D9"/>
                </a:solidFill>
                <a:latin typeface="Consolas"/>
                <a:ea typeface="Consolas"/>
                <a:cs typeface="Consolas"/>
                <a:sym typeface="Consolas"/>
              </a:rPr>
              <a: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a:t>
            </a:r>
            <a:endParaRPr sz="1400" dirty="0">
              <a:solidFill>
                <a:srgbClr val="D9D9D9"/>
              </a:solidFill>
              <a:latin typeface="Consolas"/>
              <a:ea typeface="Consolas"/>
              <a:cs typeface="Consolas"/>
              <a:sym typeface="Consolas"/>
            </a:endParaRPr>
          </a:p>
          <a:p>
            <a:endParaRPr sz="1400" dirty="0">
              <a:solidFill>
                <a:srgbClr val="D9D9D9"/>
              </a:solidFill>
            </a:endParaRPr>
          </a:p>
        </p:txBody>
      </p:sp>
      <p:pic>
        <p:nvPicPr>
          <p:cNvPr id="337" name="Google Shape;337;p51"/>
          <p:cNvPicPr preferRelativeResize="0"/>
          <p:nvPr/>
        </p:nvPicPr>
        <p:blipFill rotWithShape="1">
          <a:blip r:embed="rId4">
            <a:alphaModFix/>
          </a:blip>
          <a:srcRect r="51402"/>
          <a:stretch/>
        </p:blipFill>
        <p:spPr>
          <a:xfrm>
            <a:off x="7409468" y="869651"/>
            <a:ext cx="3962400" cy="1803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2"/>
          <p:cNvSpPr txBox="1">
            <a:spLocks noGrp="1"/>
          </p:cNvSpPr>
          <p:nvPr>
            <p:ph type="title"/>
          </p:nvPr>
        </p:nvSpPr>
        <p:spPr>
          <a:xfrm>
            <a:off x="415600" y="0"/>
            <a:ext cx="5312000" cy="763600"/>
          </a:xfrm>
          <a:prstGeom prst="rect">
            <a:avLst/>
          </a:prstGeom>
        </p:spPr>
        <p:txBody>
          <a:bodyPr spcFirstLastPara="1" vert="horz" wrap="square" lIns="121900" tIns="121900" rIns="121900" bIns="121900" rtlCol="0" anchor="t" anchorCtr="0">
            <a:noAutofit/>
          </a:bodyPr>
          <a:lstStyle/>
          <a:p>
            <a:pPr algn="l"/>
            <a:r>
              <a:rPr lang="en" dirty="0"/>
              <a:t>Grid system</a:t>
            </a:r>
            <a:endParaRPr dirty="0"/>
          </a:p>
        </p:txBody>
      </p:sp>
      <p:sp>
        <p:nvSpPr>
          <p:cNvPr id="343" name="Google Shape;343;p52"/>
          <p:cNvSpPr txBox="1">
            <a:spLocks noGrp="1"/>
          </p:cNvSpPr>
          <p:nvPr>
            <p:ph type="body" idx="1"/>
          </p:nvPr>
        </p:nvSpPr>
        <p:spPr>
          <a:xfrm>
            <a:off x="415600" y="1299941"/>
            <a:ext cx="5473600" cy="2373600"/>
          </a:xfrm>
          <a:prstGeom prst="rect">
            <a:avLst/>
          </a:prstGeom>
        </p:spPr>
        <p:txBody>
          <a:bodyPr spcFirstLastPara="1" vert="horz" wrap="square" lIns="121900" tIns="121900" rIns="121900" bIns="121900" rtlCol="0" anchor="t" anchorCtr="0">
            <a:noAutofit/>
          </a:bodyPr>
          <a:lstStyle/>
          <a:p>
            <a:pPr marL="0" indent="0">
              <a:buNone/>
            </a:pPr>
            <a:r>
              <a:rPr lang="en" sz="1867" dirty="0"/>
              <a:t>Because most sites are structured in a grid, I recommend to use the CSS Grid system.</a:t>
            </a:r>
            <a:endParaRPr sz="1867" dirty="0"/>
          </a:p>
          <a:p>
            <a:pPr marL="0" indent="0">
              <a:spcBef>
                <a:spcPts val="2133"/>
              </a:spcBef>
              <a:buNone/>
            </a:pPr>
            <a:r>
              <a:rPr lang="en" sz="1867" dirty="0"/>
              <a:t>We just assign how many rows/columns a div should use from the main grid and it will arrange automatically.</a:t>
            </a:r>
            <a:endParaRPr sz="1867" dirty="0"/>
          </a:p>
        </p:txBody>
      </p:sp>
      <p:pic>
        <p:nvPicPr>
          <p:cNvPr id="344" name="Google Shape;344;p52"/>
          <p:cNvPicPr preferRelativeResize="0"/>
          <p:nvPr/>
        </p:nvPicPr>
        <p:blipFill>
          <a:blip r:embed="rId3">
            <a:alphaModFix/>
          </a:blip>
          <a:stretch>
            <a:fillRect/>
          </a:stretch>
        </p:blipFill>
        <p:spPr>
          <a:xfrm>
            <a:off x="843300" y="3338314"/>
            <a:ext cx="4184935" cy="2789967"/>
          </a:xfrm>
          <a:prstGeom prst="rect">
            <a:avLst/>
          </a:prstGeom>
          <a:noFill/>
          <a:ln>
            <a:noFill/>
          </a:ln>
        </p:spPr>
      </p:pic>
      <p:sp>
        <p:nvSpPr>
          <p:cNvPr id="345" name="Google Shape;345;p52"/>
          <p:cNvSpPr txBox="1"/>
          <p:nvPr/>
        </p:nvSpPr>
        <p:spPr>
          <a:xfrm>
            <a:off x="6227500" y="1045417"/>
            <a:ext cx="5701600" cy="5633416"/>
          </a:xfrm>
          <a:prstGeom prst="rect">
            <a:avLst/>
          </a:prstGeom>
          <a:solidFill>
            <a:srgbClr val="000000"/>
          </a:solidFill>
          <a:ln>
            <a:noFill/>
          </a:ln>
        </p:spPr>
        <p:txBody>
          <a:bodyPr spcFirstLastPara="1" wrap="square" lIns="121900" tIns="121900" rIns="121900" bIns="121900" anchor="t" anchorCtr="0">
            <a:noAutofit/>
          </a:bodyPr>
          <a:lstStyle/>
          <a:p>
            <a:r>
              <a:rPr lang="en" sz="1400" dirty="0">
                <a:solidFill>
                  <a:srgbClr val="B6D7A8"/>
                </a:solidFill>
                <a:latin typeface="Consolas"/>
                <a:ea typeface="Consolas"/>
                <a:cs typeface="Consolas"/>
                <a:sym typeface="Consolas"/>
              </a:rPr>
              <a:t>HTML</a:t>
            </a:r>
            <a:endParaRPr sz="1400" dirty="0">
              <a:solidFill>
                <a:srgbClr val="B6D7A8"/>
              </a:solidFill>
              <a:latin typeface="Consolas"/>
              <a:ea typeface="Consolas"/>
              <a:cs typeface="Consolas"/>
              <a:sym typeface="Consolas"/>
            </a:endParaRPr>
          </a:p>
          <a:p>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&lt;div class="</a:t>
            </a:r>
            <a:r>
              <a:rPr lang="en" sz="1400" dirty="0">
                <a:solidFill>
                  <a:srgbClr val="D5A6BD"/>
                </a:solidFill>
                <a:latin typeface="Consolas"/>
                <a:ea typeface="Consolas"/>
                <a:cs typeface="Consolas"/>
                <a:sym typeface="Consolas"/>
              </a:rPr>
              <a:t>grid-container</a:t>
            </a:r>
            <a:r>
              <a:rPr lang="en" sz="1400" dirty="0">
                <a:solidFill>
                  <a:srgbClr val="D9D9D9"/>
                </a:solidFill>
                <a:latin typeface="Consolas"/>
                <a:ea typeface="Consolas"/>
                <a:cs typeface="Consolas"/>
                <a:sym typeface="Consolas"/>
              </a:rPr>
              <a:t>"&gt;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&lt;div class="</a:t>
            </a:r>
            <a:r>
              <a:rPr lang="en" sz="1400" dirty="0">
                <a:solidFill>
                  <a:srgbClr val="4A86E8"/>
                </a:solidFill>
                <a:latin typeface="Consolas"/>
                <a:ea typeface="Consolas"/>
                <a:cs typeface="Consolas"/>
                <a:sym typeface="Consolas"/>
              </a:rPr>
              <a:t>grid-item1</a:t>
            </a:r>
            <a:r>
              <a:rPr lang="en" sz="1400" dirty="0">
                <a:solidFill>
                  <a:srgbClr val="D9D9D9"/>
                </a:solidFill>
                <a:latin typeface="Consolas"/>
                <a:ea typeface="Consolas"/>
                <a:cs typeface="Consolas"/>
                <a:sym typeface="Consolas"/>
              </a:rPr>
              <a:t>"&gt;1&lt;/div&gt;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&lt;div class="grid-item2"&gt;2&lt;/div&gt;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&lt;/div&gt;</a:t>
            </a:r>
            <a:endParaRPr sz="1400" dirty="0">
              <a:solidFill>
                <a:srgbClr val="D9D9D9"/>
              </a:solidFill>
              <a:latin typeface="Consolas"/>
              <a:ea typeface="Consolas"/>
              <a:cs typeface="Consolas"/>
              <a:sym typeface="Consolas"/>
            </a:endParaRPr>
          </a:p>
          <a:p>
            <a:endParaRPr sz="1400" dirty="0">
              <a:solidFill>
                <a:srgbClr val="D9D9D9"/>
              </a:solidFill>
            </a:endParaRPr>
          </a:p>
          <a:p>
            <a:endParaRPr sz="1400" dirty="0">
              <a:solidFill>
                <a:srgbClr val="D9D9D9"/>
              </a:solidFill>
            </a:endParaRPr>
          </a:p>
          <a:p>
            <a:r>
              <a:rPr lang="en" sz="1400" dirty="0">
                <a:solidFill>
                  <a:srgbClr val="9900FF"/>
                </a:solidFill>
              </a:rPr>
              <a:t>CSS</a:t>
            </a:r>
            <a:endParaRPr sz="1400" dirty="0">
              <a:solidFill>
                <a:srgbClr val="9900FF"/>
              </a:solidFill>
            </a:endParaRPr>
          </a:p>
          <a:p>
            <a:endParaRPr sz="1400" dirty="0">
              <a:solidFill>
                <a:srgbClr val="D9D9D9"/>
              </a:solidFill>
            </a:endParaRPr>
          </a:p>
          <a:p>
            <a:r>
              <a:rPr lang="en" sz="1400" dirty="0">
                <a:solidFill>
                  <a:srgbClr val="D9D9D9"/>
                </a:solidFill>
                <a:latin typeface="Consolas"/>
                <a:ea typeface="Consolas"/>
                <a:cs typeface="Consolas"/>
                <a:sym typeface="Consolas"/>
              </a:rPr>
              <a:t>.</a:t>
            </a:r>
            <a:r>
              <a:rPr lang="en" sz="1400" dirty="0">
                <a:solidFill>
                  <a:srgbClr val="D5A6BD"/>
                </a:solidFill>
                <a:latin typeface="Consolas"/>
                <a:ea typeface="Consolas"/>
                <a:cs typeface="Consolas"/>
                <a:sym typeface="Consolas"/>
              </a:rPr>
              <a:t>grid-container</a:t>
            </a:r>
            <a:r>
              <a:rPr lang="en" sz="1400" dirty="0">
                <a:solidFill>
                  <a:srgbClr val="D9D9D9"/>
                </a:solidFill>
                <a:latin typeface="Consolas"/>
                <a:ea typeface="Consolas"/>
                <a:cs typeface="Consolas"/>
                <a:sym typeface="Consolas"/>
              </a:rPr>
              <a:t> {</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display: </a:t>
            </a:r>
            <a:r>
              <a:rPr lang="en" sz="1400" dirty="0">
                <a:solidFill>
                  <a:srgbClr val="FFFF00"/>
                </a:solidFill>
                <a:latin typeface="Consolas"/>
                <a:ea typeface="Consolas"/>
                <a:cs typeface="Consolas"/>
                <a:sym typeface="Consolas"/>
              </a:rPr>
              <a:t>grid</a:t>
            </a:r>
            <a:r>
              <a:rPr lang="en" sz="1400" dirty="0">
                <a:solidFill>
                  <a:srgbClr val="D9D9D9"/>
                </a:solidFill>
                <a:latin typeface="Consolas"/>
                <a:ea typeface="Consolas"/>
                <a:cs typeface="Consolas"/>
                <a:sym typeface="Consolas"/>
              </a:rPr>
              <a:t>;</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grid-template-rows: 100px 100px;</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grid-template-columns: 100px 100px 100px;</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grid-gap: 5px;</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a:t>
            </a:r>
            <a:endParaRPr sz="1400" dirty="0">
              <a:solidFill>
                <a:srgbClr val="D9D9D9"/>
              </a:solidFill>
              <a:latin typeface="Consolas"/>
              <a:ea typeface="Consolas"/>
              <a:cs typeface="Consolas"/>
              <a:sym typeface="Consolas"/>
            </a:endParaRPr>
          </a:p>
          <a:p>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a:t>
            </a:r>
            <a:r>
              <a:rPr lang="en" sz="1400" dirty="0">
                <a:solidFill>
                  <a:srgbClr val="4A86E8"/>
                </a:solidFill>
                <a:latin typeface="Consolas"/>
                <a:ea typeface="Consolas"/>
                <a:cs typeface="Consolas"/>
                <a:sym typeface="Consolas"/>
              </a:rPr>
              <a:t>grid-item1</a:t>
            </a:r>
            <a:r>
              <a:rPr lang="en" sz="1400" dirty="0">
                <a:solidFill>
                  <a:srgbClr val="D9D9D9"/>
                </a:solidFill>
                <a:latin typeface="Consolas"/>
                <a:ea typeface="Consolas"/>
                <a:cs typeface="Consolas"/>
                <a:sym typeface="Consolas"/>
              </a:rPr>
              <a:t> {</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background: blue;</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border: black 5px solid;</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grid-column-start: 1; </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grid-column-end: 5; </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grid-row-start: 1; </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  grid-row-end: 3;</a:t>
            </a:r>
            <a:endParaRPr sz="1400" dirty="0">
              <a:solidFill>
                <a:srgbClr val="D9D9D9"/>
              </a:solidFill>
              <a:latin typeface="Consolas"/>
              <a:ea typeface="Consolas"/>
              <a:cs typeface="Consolas"/>
              <a:sym typeface="Consolas"/>
            </a:endParaRPr>
          </a:p>
          <a:p>
            <a:r>
              <a:rPr lang="en" sz="1400" dirty="0">
                <a:solidFill>
                  <a:srgbClr val="D9D9D9"/>
                </a:solidFill>
                <a:latin typeface="Consolas"/>
                <a:ea typeface="Consolas"/>
                <a:cs typeface="Consolas"/>
                <a:sym typeface="Consolas"/>
              </a:rPr>
              <a:t>}</a:t>
            </a:r>
            <a:endParaRPr sz="1400" dirty="0">
              <a:solidFill>
                <a:srgbClr val="D9D9D9"/>
              </a:solidFill>
              <a:latin typeface="Consolas"/>
              <a:ea typeface="Consolas"/>
              <a:cs typeface="Consolas"/>
              <a:sym typeface="Consolas"/>
            </a:endParaRPr>
          </a:p>
          <a:p>
            <a:endParaRPr sz="1400" dirty="0">
              <a:solidFill>
                <a:srgbClr val="D9D9D9"/>
              </a:solidFill>
              <a:latin typeface="Consolas"/>
              <a:ea typeface="Consolas"/>
              <a:cs typeface="Consolas"/>
              <a:sym typeface="Consolas"/>
            </a:endParaRPr>
          </a:p>
          <a:p>
            <a:endParaRPr sz="1400" dirty="0">
              <a:solidFill>
                <a:srgbClr val="D9D9D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fce84db-8738-4c7b-9bdc-65b9500871f6" xsi:nil="true"/>
    <lcf76f155ced4ddcb4097134ff3c332f xmlns="e56e5c2e-bd93-4432-a42c-215daf6b373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92C5B73ACEA9C428CD605983A7247F9" ma:contentTypeVersion="18" ma:contentTypeDescription="Create a new document." ma:contentTypeScope="" ma:versionID="9a709de7ae3983104bfbfc4b54014269">
  <xsd:schema xmlns:xsd="http://www.w3.org/2001/XMLSchema" xmlns:xs="http://www.w3.org/2001/XMLSchema" xmlns:p="http://schemas.microsoft.com/office/2006/metadata/properties" xmlns:ns2="e56e5c2e-bd93-4432-a42c-215daf6b373b" xmlns:ns3="a4d83ee7-98c3-4b43-be9d-7af88629ffa3" xmlns:ns4="efce84db-8738-4c7b-9bdc-65b9500871f6" targetNamespace="http://schemas.microsoft.com/office/2006/metadata/properties" ma:root="true" ma:fieldsID="967bb1d9b23ae5aaf1802ad5fa3f672a" ns2:_="" ns3:_="" ns4:_="">
    <xsd:import namespace="e56e5c2e-bd93-4432-a42c-215daf6b373b"/>
    <xsd:import namespace="a4d83ee7-98c3-4b43-be9d-7af88629ffa3"/>
    <xsd:import namespace="efce84db-8738-4c7b-9bdc-65b9500871f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6e5c2e-bd93-4432-a42c-215daf6b37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2d55d72-5afa-45f9-90b6-e0708aeee9a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d83ee7-98c3-4b43-be9d-7af88629ffa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fce84db-8738-4c7b-9bdc-65b9500871f6"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83e62f92-b83d-4434-9211-9b2d25d44c2f}" ma:internalName="TaxCatchAll" ma:showField="CatchAllData" ma:web="a4d83ee7-98c3-4b43-be9d-7af88629ffa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803187-C6C8-4D58-988E-7268EB1E826B}">
  <ds:schemaRefs>
    <ds:schemaRef ds:uri="http://schemas.microsoft.com/office/2006/metadata/properties"/>
    <ds:schemaRef ds:uri="http://schemas.microsoft.com/office/infopath/2007/PartnerControls"/>
    <ds:schemaRef ds:uri="efce84db-8738-4c7b-9bdc-65b9500871f6"/>
    <ds:schemaRef ds:uri="e56e5c2e-bd93-4432-a42c-215daf6b373b"/>
  </ds:schemaRefs>
</ds:datastoreItem>
</file>

<file path=customXml/itemProps2.xml><?xml version="1.0" encoding="utf-8"?>
<ds:datastoreItem xmlns:ds="http://schemas.openxmlformats.org/officeDocument/2006/customXml" ds:itemID="{742BD7F1-7B46-4681-AD9E-387D03691015}">
  <ds:schemaRefs>
    <ds:schemaRef ds:uri="http://schemas.microsoft.com/sharepoint/v3/contenttype/forms"/>
  </ds:schemaRefs>
</ds:datastoreItem>
</file>

<file path=customXml/itemProps3.xml><?xml version="1.0" encoding="utf-8"?>
<ds:datastoreItem xmlns:ds="http://schemas.openxmlformats.org/officeDocument/2006/customXml" ds:itemID="{02DE92ED-31DA-420B-8CE6-8836C508FD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6e5c2e-bd93-4432-a42c-215daf6b373b"/>
    <ds:schemaRef ds:uri="a4d83ee7-98c3-4b43-be9d-7af88629ffa3"/>
    <ds:schemaRef ds:uri="efce84db-8738-4c7b-9bdc-65b9500871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269</TotalTime>
  <Words>4150</Words>
  <Application>Microsoft Office PowerPoint</Application>
  <PresentationFormat>Widescreen</PresentationFormat>
  <Paragraphs>466</Paragraphs>
  <Slides>41</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Aptos</vt:lpstr>
      <vt:lpstr>Aptos Display</vt:lpstr>
      <vt:lpstr>Arial</vt:lpstr>
      <vt:lpstr>Consolas</vt:lpstr>
      <vt:lpstr>Courier New</vt:lpstr>
      <vt:lpstr>Tahoma</vt:lpstr>
      <vt:lpstr>Wingdings</vt:lpstr>
      <vt:lpstr>Office Theme</vt:lpstr>
      <vt:lpstr>Introduction to Web Development</vt:lpstr>
      <vt:lpstr>Introduction</vt:lpstr>
      <vt:lpstr>Tools</vt:lpstr>
      <vt:lpstr>How can I test my code </vt:lpstr>
      <vt:lpstr>Introduction to  HTML</vt:lpstr>
      <vt:lpstr>Definitions</vt:lpstr>
      <vt:lpstr>What is HTML?</vt:lpstr>
      <vt:lpstr>What is HTML?</vt:lpstr>
      <vt:lpstr>HTML TAGS</vt:lpstr>
      <vt:lpstr>HTML TAGS</vt:lpstr>
      <vt:lpstr>Creating a First HTML Page</vt:lpstr>
      <vt:lpstr>Creating a First HTML Page</vt:lpstr>
      <vt:lpstr>Headings, &lt;Hx&gt; &lt;/Hx&gt;</vt:lpstr>
      <vt:lpstr>Paragraphs, &lt;P&gt; &lt;/P&gt;</vt:lpstr>
      <vt:lpstr>Break, &lt;BR&gt;</vt:lpstr>
      <vt:lpstr>Horizontal Rule, &lt;hr&gt;</vt:lpstr>
      <vt:lpstr>HTML Text Formatting Elements</vt:lpstr>
      <vt:lpstr>HTML: basic rules</vt:lpstr>
      <vt:lpstr>HTML: syntax example</vt:lpstr>
      <vt:lpstr>HTML: syntax example</vt:lpstr>
      <vt:lpstr>DOM is a tree</vt:lpstr>
      <vt:lpstr>HTML: wrapping the info</vt:lpstr>
      <vt:lpstr>Introduction to  CSS</vt:lpstr>
      <vt:lpstr>What is CSS?</vt:lpstr>
      <vt:lpstr>Syntax of CSS</vt:lpstr>
      <vt:lpstr>PowerPoint Presentation</vt:lpstr>
      <vt:lpstr>Class and id Selectors</vt:lpstr>
      <vt:lpstr>Comments in CSS Files</vt:lpstr>
      <vt:lpstr> How CSS is Applied to A Web Page </vt:lpstr>
      <vt:lpstr> How CSS is Applied to A Web Page </vt:lpstr>
      <vt:lpstr> Colors and Formatting in CSS</vt:lpstr>
      <vt:lpstr> Colors and Formatting in CSS</vt:lpstr>
      <vt:lpstr> Typical  web   page   (html)</vt:lpstr>
      <vt:lpstr> CSS: Styling Options </vt:lpstr>
      <vt:lpstr> CSS: Font Styling Options </vt:lpstr>
      <vt:lpstr>CSS fields</vt:lpstr>
      <vt:lpstr>HTML arrange</vt:lpstr>
      <vt:lpstr>Box Model</vt:lpstr>
      <vt:lpstr>Layout</vt:lpstr>
      <vt:lpstr>Flexbox</vt:lpstr>
      <vt:lpstr>Grid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Amul Chapla</dc:creator>
  <cp:lastModifiedBy>Heather M Brown</cp:lastModifiedBy>
  <cp:revision>2</cp:revision>
  <dcterms:created xsi:type="dcterms:W3CDTF">2025-02-15T19:04:43Z</dcterms:created>
  <dcterms:modified xsi:type="dcterms:W3CDTF">2025-04-16T17:39:35Z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0x010100692C5B73ACEA9C428CD605983A7247F9</vt:lpwstr>
  </property>
</Properties>
</file>